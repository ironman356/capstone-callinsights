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Monda"/>
      <p:regular r:id="rId61"/>
      <p:bold r:id="rId62"/>
    </p:embeddedFont>
    <p:embeddedFont>
      <p:font typeface="Open Sans Medium"/>
      <p:regular r:id="rId63"/>
      <p:bold r:id="rId64"/>
      <p:italic r:id="rId65"/>
      <p:boldItalic r:id="rId66"/>
    </p:embeddedFont>
    <p:embeddedFont>
      <p:font typeface="PT Sans"/>
      <p:regular r:id="rId67"/>
      <p:bold r:id="rId68"/>
      <p:italic r:id="rId69"/>
      <p:boldItalic r:id="rId70"/>
    </p:embeddedFont>
    <p:embeddedFont>
      <p:font typeface="Open Sans"/>
      <p:regular r:id="rId71"/>
      <p:bold r:id="rId72"/>
      <p:italic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20E3AAB-C825-45CB-85BA-CBA2437CDD15}">
  <a:tblStyle styleId="{D20E3AAB-C825-45CB-85BA-CBA2437CDD1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DDA47F67-EFE1-4C8B-907D-3D13EBD83EE4}"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OpenSans-italic.fntdata"/><Relationship Id="rId72" Type="http://schemas.openxmlformats.org/officeDocument/2006/relationships/font" Target="fonts/OpenSans-bold.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OpenSans-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OpenSans-regular.fntdata"/><Relationship Id="rId70" Type="http://schemas.openxmlformats.org/officeDocument/2006/relationships/font" Target="fonts/PTSans-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Monda-bold.fntdata"/><Relationship Id="rId61" Type="http://schemas.openxmlformats.org/officeDocument/2006/relationships/font" Target="fonts/Monda-regular.fntdata"/><Relationship Id="rId20" Type="http://schemas.openxmlformats.org/officeDocument/2006/relationships/slide" Target="slides/slide14.xml"/><Relationship Id="rId64" Type="http://schemas.openxmlformats.org/officeDocument/2006/relationships/font" Target="fonts/OpenSansMedium-bold.fntdata"/><Relationship Id="rId63" Type="http://schemas.openxmlformats.org/officeDocument/2006/relationships/font" Target="fonts/OpenSansMedium-regular.fntdata"/><Relationship Id="rId22" Type="http://schemas.openxmlformats.org/officeDocument/2006/relationships/slide" Target="slides/slide16.xml"/><Relationship Id="rId66" Type="http://schemas.openxmlformats.org/officeDocument/2006/relationships/font" Target="fonts/OpenSansMedium-boldItalic.fntdata"/><Relationship Id="rId21" Type="http://schemas.openxmlformats.org/officeDocument/2006/relationships/slide" Target="slides/slide15.xml"/><Relationship Id="rId65" Type="http://schemas.openxmlformats.org/officeDocument/2006/relationships/font" Target="fonts/OpenSansMedium-italic.fntdata"/><Relationship Id="rId24" Type="http://schemas.openxmlformats.org/officeDocument/2006/relationships/slide" Target="slides/slide18.xml"/><Relationship Id="rId68" Type="http://schemas.openxmlformats.org/officeDocument/2006/relationships/font" Target="fonts/PTSans-bold.fntdata"/><Relationship Id="rId23" Type="http://schemas.openxmlformats.org/officeDocument/2006/relationships/slide" Target="slides/slide17.xml"/><Relationship Id="rId67" Type="http://schemas.openxmlformats.org/officeDocument/2006/relationships/font" Target="fonts/PTSans-regular.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TSans-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 name="Shape 167"/>
        <p:cNvGrpSpPr/>
        <p:nvPr/>
      </p:nvGrpSpPr>
      <p:grpSpPr>
        <a:xfrm>
          <a:off x="0" y="0"/>
          <a:ext cx="0" cy="0"/>
          <a:chOff x="0" y="0"/>
          <a:chExt cx="0" cy="0"/>
        </a:xfrm>
      </p:grpSpPr>
      <p:sp>
        <p:nvSpPr>
          <p:cNvPr id="168" name="Google Shape;168;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 name="Google Shape;169;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 name="Shape 176"/>
        <p:cNvGrpSpPr/>
        <p:nvPr/>
      </p:nvGrpSpPr>
      <p:grpSpPr>
        <a:xfrm>
          <a:off x="0" y="0"/>
          <a:ext cx="0" cy="0"/>
          <a:chOff x="0" y="0"/>
          <a:chExt cx="0" cy="0"/>
        </a:xfrm>
      </p:grpSpPr>
      <p:sp>
        <p:nvSpPr>
          <p:cNvPr id="177" name="Google Shape;177;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 name="Google Shape;178;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 name="Google Shape;187;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 name="Google Shape;204;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 name="Google Shape;214;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 name="Shape 223"/>
        <p:cNvGrpSpPr/>
        <p:nvPr/>
      </p:nvGrpSpPr>
      <p:grpSpPr>
        <a:xfrm>
          <a:off x="0" y="0"/>
          <a:ext cx="0" cy="0"/>
          <a:chOff x="0" y="0"/>
          <a:chExt cx="0" cy="0"/>
        </a:xfrm>
      </p:grpSpPr>
      <p:sp>
        <p:nvSpPr>
          <p:cNvPr id="224" name="Google Shape;224;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 name="Google Shape;225;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 name="Shape 235"/>
        <p:cNvGrpSpPr/>
        <p:nvPr/>
      </p:nvGrpSpPr>
      <p:grpSpPr>
        <a:xfrm>
          <a:off x="0" y="0"/>
          <a:ext cx="0" cy="0"/>
          <a:chOff x="0" y="0"/>
          <a:chExt cx="0" cy="0"/>
        </a:xfrm>
      </p:grpSpPr>
      <p:sp>
        <p:nvSpPr>
          <p:cNvPr id="236" name="Google Shape;236;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 name="Google Shape;237;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 name="Shape 259"/>
        <p:cNvGrpSpPr/>
        <p:nvPr/>
      </p:nvGrpSpPr>
      <p:grpSpPr>
        <a:xfrm>
          <a:off x="0" y="0"/>
          <a:ext cx="0" cy="0"/>
          <a:chOff x="0" y="0"/>
          <a:chExt cx="0" cy="0"/>
        </a:xfrm>
      </p:grpSpPr>
      <p:sp>
        <p:nvSpPr>
          <p:cNvPr id="260" name="Google Shape;26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 name="Google Shape;26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 name="Shape 290"/>
        <p:cNvGrpSpPr/>
        <p:nvPr/>
      </p:nvGrpSpPr>
      <p:grpSpPr>
        <a:xfrm>
          <a:off x="0" y="0"/>
          <a:ext cx="0" cy="0"/>
          <a:chOff x="0" y="0"/>
          <a:chExt cx="0" cy="0"/>
        </a:xfrm>
      </p:grpSpPr>
      <p:sp>
        <p:nvSpPr>
          <p:cNvPr id="291" name="Google Shape;291;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 name="Google Shape;292;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 name="Shape 310"/>
        <p:cNvGrpSpPr/>
        <p:nvPr/>
      </p:nvGrpSpPr>
      <p:grpSpPr>
        <a:xfrm>
          <a:off x="0" y="0"/>
          <a:ext cx="0" cy="0"/>
          <a:chOff x="0" y="0"/>
          <a:chExt cx="0" cy="0"/>
        </a:xfrm>
      </p:grpSpPr>
      <p:sp>
        <p:nvSpPr>
          <p:cNvPr id="311" name="Google Shape;311;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 name="Google Shape;312;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 name="Shape 316"/>
        <p:cNvGrpSpPr/>
        <p:nvPr/>
      </p:nvGrpSpPr>
      <p:grpSpPr>
        <a:xfrm>
          <a:off x="0" y="0"/>
          <a:ext cx="0" cy="0"/>
          <a:chOff x="0" y="0"/>
          <a:chExt cx="0" cy="0"/>
        </a:xfrm>
      </p:grpSpPr>
      <p:sp>
        <p:nvSpPr>
          <p:cNvPr id="317" name="Google Shape;317;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 name="Google Shape;318;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 name="Shape 369"/>
        <p:cNvGrpSpPr/>
        <p:nvPr/>
      </p:nvGrpSpPr>
      <p:grpSpPr>
        <a:xfrm>
          <a:off x="0" y="0"/>
          <a:ext cx="0" cy="0"/>
          <a:chOff x="0" y="0"/>
          <a:chExt cx="0" cy="0"/>
        </a:xfrm>
      </p:grpSpPr>
      <p:sp>
        <p:nvSpPr>
          <p:cNvPr id="370" name="Google Shape;370;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 name="Google Shape;371;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 name="Shape 441"/>
        <p:cNvGrpSpPr/>
        <p:nvPr/>
      </p:nvGrpSpPr>
      <p:grpSpPr>
        <a:xfrm>
          <a:off x="0" y="0"/>
          <a:ext cx="0" cy="0"/>
          <a:chOff x="0" y="0"/>
          <a:chExt cx="0" cy="0"/>
        </a:xfrm>
      </p:grpSpPr>
      <p:sp>
        <p:nvSpPr>
          <p:cNvPr id="442" name="Google Shape;442;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 name="Google Shape;443;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 name="Shape 448"/>
        <p:cNvGrpSpPr/>
        <p:nvPr/>
      </p:nvGrpSpPr>
      <p:grpSpPr>
        <a:xfrm>
          <a:off x="0" y="0"/>
          <a:ext cx="0" cy="0"/>
          <a:chOff x="0" y="0"/>
          <a:chExt cx="0" cy="0"/>
        </a:xfrm>
      </p:grpSpPr>
      <p:sp>
        <p:nvSpPr>
          <p:cNvPr id="449" name="Google Shape;449;g25d4d50a880_4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 name="Google Shape;450;g25d4d50a880_4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 name="Shape 454"/>
        <p:cNvGrpSpPr/>
        <p:nvPr/>
      </p:nvGrpSpPr>
      <p:grpSpPr>
        <a:xfrm>
          <a:off x="0" y="0"/>
          <a:ext cx="0" cy="0"/>
          <a:chOff x="0" y="0"/>
          <a:chExt cx="0" cy="0"/>
        </a:xfrm>
      </p:grpSpPr>
      <p:sp>
        <p:nvSpPr>
          <p:cNvPr id="455" name="Google Shape;455;g25d4d50a880_4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 name="Google Shape;456;g25d4d50a880_4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 name="Shape 460"/>
        <p:cNvGrpSpPr/>
        <p:nvPr/>
      </p:nvGrpSpPr>
      <p:grpSpPr>
        <a:xfrm>
          <a:off x="0" y="0"/>
          <a:ext cx="0" cy="0"/>
          <a:chOff x="0" y="0"/>
          <a:chExt cx="0" cy="0"/>
        </a:xfrm>
      </p:grpSpPr>
      <p:sp>
        <p:nvSpPr>
          <p:cNvPr id="461" name="Google Shape;461;g25d4d50a880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 name="Google Shape;462;g25d4d50a880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 name="Shape 480"/>
        <p:cNvGrpSpPr/>
        <p:nvPr/>
      </p:nvGrpSpPr>
      <p:grpSpPr>
        <a:xfrm>
          <a:off x="0" y="0"/>
          <a:ext cx="0" cy="0"/>
          <a:chOff x="0" y="0"/>
          <a:chExt cx="0" cy="0"/>
        </a:xfrm>
      </p:grpSpPr>
      <p:sp>
        <p:nvSpPr>
          <p:cNvPr id="481" name="Google Shape;481;g25d4d50a880_4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 name="Google Shape;482;g25d4d50a880_4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 name="Shape 496"/>
        <p:cNvGrpSpPr/>
        <p:nvPr/>
      </p:nvGrpSpPr>
      <p:grpSpPr>
        <a:xfrm>
          <a:off x="0" y="0"/>
          <a:ext cx="0" cy="0"/>
          <a:chOff x="0" y="0"/>
          <a:chExt cx="0" cy="0"/>
        </a:xfrm>
      </p:grpSpPr>
      <p:sp>
        <p:nvSpPr>
          <p:cNvPr id="497" name="Google Shape;497;g25d4d50a880_4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 name="Google Shape;498;g25d4d50a880_4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 name="Shape 833"/>
        <p:cNvGrpSpPr/>
        <p:nvPr/>
      </p:nvGrpSpPr>
      <p:grpSpPr>
        <a:xfrm>
          <a:off x="0" y="0"/>
          <a:ext cx="0" cy="0"/>
          <a:chOff x="0" y="0"/>
          <a:chExt cx="0" cy="0"/>
        </a:xfrm>
      </p:grpSpPr>
      <p:sp>
        <p:nvSpPr>
          <p:cNvPr id="834" name="Google Shape;834;g25d4d50a880_4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 name="Google Shape;835;g25d4d50a880_4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7" name="Shape 6747"/>
        <p:cNvGrpSpPr/>
        <p:nvPr/>
      </p:nvGrpSpPr>
      <p:grpSpPr>
        <a:xfrm>
          <a:off x="0" y="0"/>
          <a:ext cx="0" cy="0"/>
          <a:chOff x="0" y="0"/>
          <a:chExt cx="0" cy="0"/>
        </a:xfrm>
      </p:grpSpPr>
      <p:sp>
        <p:nvSpPr>
          <p:cNvPr id="6748" name="Google Shape;6748;g25d4d50a880_4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9" name="Google Shape;6749;g25d4d50a880_4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4" name="Shape 7174"/>
        <p:cNvGrpSpPr/>
        <p:nvPr/>
      </p:nvGrpSpPr>
      <p:grpSpPr>
        <a:xfrm>
          <a:off x="0" y="0"/>
          <a:ext cx="0" cy="0"/>
          <a:chOff x="0" y="0"/>
          <a:chExt cx="0" cy="0"/>
        </a:xfrm>
      </p:grpSpPr>
      <p:sp>
        <p:nvSpPr>
          <p:cNvPr id="7175" name="Google Shape;7175;g25d4d50a880_4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6" name="Google Shape;7176;g25d4d50a880_4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7" name="Shape 7337"/>
        <p:cNvGrpSpPr/>
        <p:nvPr/>
      </p:nvGrpSpPr>
      <p:grpSpPr>
        <a:xfrm>
          <a:off x="0" y="0"/>
          <a:ext cx="0" cy="0"/>
          <a:chOff x="0" y="0"/>
          <a:chExt cx="0" cy="0"/>
        </a:xfrm>
      </p:grpSpPr>
      <p:sp>
        <p:nvSpPr>
          <p:cNvPr id="7338" name="Google Shape;7338;g25d4d50a880_4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9" name="Google Shape;7339;g25d4d50a880_4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9" name="Shape 7739"/>
        <p:cNvGrpSpPr/>
        <p:nvPr/>
      </p:nvGrpSpPr>
      <p:grpSpPr>
        <a:xfrm>
          <a:off x="0" y="0"/>
          <a:ext cx="0" cy="0"/>
          <a:chOff x="0" y="0"/>
          <a:chExt cx="0" cy="0"/>
        </a:xfrm>
      </p:grpSpPr>
      <p:sp>
        <p:nvSpPr>
          <p:cNvPr id="7740" name="Google Shape;7740;g25d4d50a880_4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1" name="Google Shape;7741;g25d4d50a880_4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0" name="Shape 8110"/>
        <p:cNvGrpSpPr/>
        <p:nvPr/>
      </p:nvGrpSpPr>
      <p:grpSpPr>
        <a:xfrm>
          <a:off x="0" y="0"/>
          <a:ext cx="0" cy="0"/>
          <a:chOff x="0" y="0"/>
          <a:chExt cx="0" cy="0"/>
        </a:xfrm>
      </p:grpSpPr>
      <p:sp>
        <p:nvSpPr>
          <p:cNvPr id="8111" name="Google Shape;8111;g25d4d50a880_4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2" name="Google Shape;8112;g25d4d50a880_4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9" name="Shape 8499"/>
        <p:cNvGrpSpPr/>
        <p:nvPr/>
      </p:nvGrpSpPr>
      <p:grpSpPr>
        <a:xfrm>
          <a:off x="0" y="0"/>
          <a:ext cx="0" cy="0"/>
          <a:chOff x="0" y="0"/>
          <a:chExt cx="0" cy="0"/>
        </a:xfrm>
      </p:grpSpPr>
      <p:sp>
        <p:nvSpPr>
          <p:cNvPr id="8500" name="Google Shape;8500;g25d4d50a880_4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1" name="Google Shape;8501;g25d4d50a880_4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0" name="Shape 8930"/>
        <p:cNvGrpSpPr/>
        <p:nvPr/>
      </p:nvGrpSpPr>
      <p:grpSpPr>
        <a:xfrm>
          <a:off x="0" y="0"/>
          <a:ext cx="0" cy="0"/>
          <a:chOff x="0" y="0"/>
          <a:chExt cx="0" cy="0"/>
        </a:xfrm>
      </p:grpSpPr>
      <p:sp>
        <p:nvSpPr>
          <p:cNvPr id="8931" name="Google Shape;8931;g25d4d50a880_4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2" name="Google Shape;8932;g25d4d50a880_4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3" name="Shape 9723"/>
        <p:cNvGrpSpPr/>
        <p:nvPr/>
      </p:nvGrpSpPr>
      <p:grpSpPr>
        <a:xfrm>
          <a:off x="0" y="0"/>
          <a:ext cx="0" cy="0"/>
          <a:chOff x="0" y="0"/>
          <a:chExt cx="0" cy="0"/>
        </a:xfrm>
      </p:grpSpPr>
      <p:sp>
        <p:nvSpPr>
          <p:cNvPr id="9724" name="Google Shape;9724;g25d4d50a880_4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5" name="Google Shape;9725;g25d4d50a880_4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4" name="Shape 10464"/>
        <p:cNvGrpSpPr/>
        <p:nvPr/>
      </p:nvGrpSpPr>
      <p:grpSpPr>
        <a:xfrm>
          <a:off x="0" y="0"/>
          <a:ext cx="0" cy="0"/>
          <a:chOff x="0" y="0"/>
          <a:chExt cx="0" cy="0"/>
        </a:xfrm>
      </p:grpSpPr>
      <p:sp>
        <p:nvSpPr>
          <p:cNvPr id="10465" name="Google Shape;10465;g25d4d50a880_4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6" name="Google Shape;10466;g25d4d50a880_4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7" name="Shape 11157"/>
        <p:cNvGrpSpPr/>
        <p:nvPr/>
      </p:nvGrpSpPr>
      <p:grpSpPr>
        <a:xfrm>
          <a:off x="0" y="0"/>
          <a:ext cx="0" cy="0"/>
          <a:chOff x="0" y="0"/>
          <a:chExt cx="0" cy="0"/>
        </a:xfrm>
      </p:grpSpPr>
      <p:sp>
        <p:nvSpPr>
          <p:cNvPr id="11158" name="Google Shape;11158;g25d4d50a880_4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59" name="Google Shape;11159;g25d4d50a880_4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9" name="Shape 11459"/>
        <p:cNvGrpSpPr/>
        <p:nvPr/>
      </p:nvGrpSpPr>
      <p:grpSpPr>
        <a:xfrm>
          <a:off x="0" y="0"/>
          <a:ext cx="0" cy="0"/>
          <a:chOff x="0" y="0"/>
          <a:chExt cx="0" cy="0"/>
        </a:xfrm>
      </p:grpSpPr>
      <p:sp>
        <p:nvSpPr>
          <p:cNvPr id="11460" name="Google Shape;11460;g25d4d50a880_4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1" name="Google Shape;11461;g25d4d50a880_4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9" name="Shape 12099"/>
        <p:cNvGrpSpPr/>
        <p:nvPr/>
      </p:nvGrpSpPr>
      <p:grpSpPr>
        <a:xfrm>
          <a:off x="0" y="0"/>
          <a:ext cx="0" cy="0"/>
          <a:chOff x="0" y="0"/>
          <a:chExt cx="0" cy="0"/>
        </a:xfrm>
      </p:grpSpPr>
      <p:sp>
        <p:nvSpPr>
          <p:cNvPr id="12100" name="Google Shape;12100;g25d4d50a880_4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1" name="Google Shape;12101;g25d4d50a880_4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769400" y="1339838"/>
            <a:ext cx="4614900" cy="17946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48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3769400" y="3327863"/>
            <a:ext cx="4614900" cy="4758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ph idx="2" type="pic"/>
          </p:nvPr>
        </p:nvSpPr>
        <p:spPr>
          <a:xfrm>
            <a:off x="713225" y="539500"/>
            <a:ext cx="2760600" cy="4064400"/>
          </a:xfrm>
          <a:prstGeom prst="round2DiagRect">
            <a:avLst>
              <a:gd fmla="val 35260" name="adj1"/>
              <a:gd fmla="val 0" name="adj2"/>
            </a:avLst>
          </a:prstGeom>
          <a:noFill/>
          <a:ln>
            <a:noFill/>
          </a:ln>
        </p:spPr>
      </p:sp>
      <p:cxnSp>
        <p:nvCxnSpPr>
          <p:cNvPr id="12" name="Google Shape;12;p2"/>
          <p:cNvCxnSpPr/>
          <p:nvPr/>
        </p:nvCxnSpPr>
        <p:spPr>
          <a:xfrm>
            <a:off x="4910100" y="4771750"/>
            <a:ext cx="4233900" cy="6300"/>
          </a:xfrm>
          <a:prstGeom prst="straightConnector1">
            <a:avLst/>
          </a:prstGeom>
          <a:noFill/>
          <a:ln cap="flat" cmpd="sng" w="9525">
            <a:solidFill>
              <a:schemeClr val="dk1"/>
            </a:solidFill>
            <a:prstDash val="solid"/>
            <a:round/>
            <a:headEnd len="med" w="med" type="none"/>
            <a:tailEnd len="med" w="med" type="none"/>
          </a:ln>
        </p:spPr>
      </p:cxnSp>
      <p:sp>
        <p:nvSpPr>
          <p:cNvPr id="13" name="Google Shape;13;p2"/>
          <p:cNvSpPr/>
          <p:nvPr/>
        </p:nvSpPr>
        <p:spPr>
          <a:xfrm>
            <a:off x="-531700" y="33936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645850" y="-3780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4047175" y="2236925"/>
            <a:ext cx="4383600" cy="1626600"/>
          </a:xfrm>
          <a:prstGeom prst="rect">
            <a:avLst/>
          </a:prstGeom>
        </p:spPr>
        <p:txBody>
          <a:bodyPr anchorCtr="0" anchor="t" bIns="91425" lIns="91425" spcFirstLastPara="1" rIns="91425" wrap="square" tIns="91425">
            <a:noAutofit/>
          </a:bodyPr>
          <a:lstStyle>
            <a:lvl1pPr lvl="0" algn="ctr">
              <a:spcBef>
                <a:spcPts val="0"/>
              </a:spcBef>
              <a:spcAft>
                <a:spcPts val="0"/>
              </a:spcAft>
              <a:buSzPts val="48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 name="Google Shape;17;p3"/>
          <p:cNvSpPr txBox="1"/>
          <p:nvPr>
            <p:ph hasCustomPrompt="1" idx="2" type="title"/>
          </p:nvPr>
        </p:nvSpPr>
        <p:spPr>
          <a:xfrm>
            <a:off x="4047175" y="1279975"/>
            <a:ext cx="1474500" cy="84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 name="Google Shape;18;p3"/>
          <p:cNvSpPr/>
          <p:nvPr>
            <p:ph idx="3" type="pic"/>
          </p:nvPr>
        </p:nvSpPr>
        <p:spPr>
          <a:xfrm>
            <a:off x="713225" y="539500"/>
            <a:ext cx="2760600" cy="4064400"/>
          </a:xfrm>
          <a:prstGeom prst="round2DiagRect">
            <a:avLst>
              <a:gd fmla="val 35260" name="adj1"/>
              <a:gd fmla="val 0" name="adj2"/>
            </a:avLst>
          </a:prstGeom>
          <a:noFill/>
          <a:ln>
            <a:noFill/>
          </a:ln>
        </p:spPr>
      </p:sp>
      <p:sp>
        <p:nvSpPr>
          <p:cNvPr id="19" name="Google Shape;19;p3"/>
          <p:cNvSpPr/>
          <p:nvPr/>
        </p:nvSpPr>
        <p:spPr>
          <a:xfrm>
            <a:off x="67475" y="2571750"/>
            <a:ext cx="1759200" cy="1759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 name="Google Shape;22;p4"/>
          <p:cNvSpPr txBox="1"/>
          <p:nvPr>
            <p:ph idx="1" type="body"/>
          </p:nvPr>
        </p:nvSpPr>
        <p:spPr>
          <a:xfrm>
            <a:off x="720000" y="1164291"/>
            <a:ext cx="7704000" cy="463500"/>
          </a:xfrm>
          <a:prstGeom prst="rect">
            <a:avLst/>
          </a:prstGeom>
        </p:spPr>
        <p:txBody>
          <a:bodyPr anchorCtr="0" anchor="t" bIns="91425" lIns="91425" spcFirstLastPara="1" rIns="91425" wrap="square" tIns="91425">
            <a:noAutofit/>
          </a:bodyPr>
          <a:lstStyle>
            <a:lvl1pPr indent="-304800" lvl="0" marL="457200" rtl="0">
              <a:spcBef>
                <a:spcPts val="30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3" name="Google Shape;23;p4"/>
          <p:cNvSpPr/>
          <p:nvPr/>
        </p:nvSpPr>
        <p:spPr>
          <a:xfrm>
            <a:off x="-475725" y="87475"/>
            <a:ext cx="977400" cy="97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8671525" y="4115300"/>
            <a:ext cx="977400" cy="97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 name="Google Shape;27;p5"/>
          <p:cNvSpPr txBox="1"/>
          <p:nvPr>
            <p:ph idx="1" type="subTitle"/>
          </p:nvPr>
        </p:nvSpPr>
        <p:spPr>
          <a:xfrm>
            <a:off x="4681825" y="2382250"/>
            <a:ext cx="3745500" cy="115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 name="Google Shape;28;p5"/>
          <p:cNvSpPr txBox="1"/>
          <p:nvPr>
            <p:ph idx="2" type="subTitle"/>
          </p:nvPr>
        </p:nvSpPr>
        <p:spPr>
          <a:xfrm>
            <a:off x="716675" y="2382250"/>
            <a:ext cx="3745500" cy="115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5"/>
          <p:cNvSpPr txBox="1"/>
          <p:nvPr>
            <p:ph idx="3" type="subTitle"/>
          </p:nvPr>
        </p:nvSpPr>
        <p:spPr>
          <a:xfrm>
            <a:off x="716675" y="1826200"/>
            <a:ext cx="37455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0" name="Google Shape;30;p5"/>
          <p:cNvSpPr txBox="1"/>
          <p:nvPr>
            <p:ph idx="4" type="subTitle"/>
          </p:nvPr>
        </p:nvSpPr>
        <p:spPr>
          <a:xfrm>
            <a:off x="4681825" y="1826200"/>
            <a:ext cx="37455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cxnSp>
        <p:nvCxnSpPr>
          <p:cNvPr id="31" name="Google Shape;31;p5"/>
          <p:cNvCxnSpPr/>
          <p:nvPr/>
        </p:nvCxnSpPr>
        <p:spPr>
          <a:xfrm flipH="1" rot="10800000">
            <a:off x="2538900" y="4750100"/>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 name="Google Shape;34;p6"/>
          <p:cNvSpPr/>
          <p:nvPr/>
        </p:nvSpPr>
        <p:spPr>
          <a:xfrm flipH="1">
            <a:off x="-603675" y="830950"/>
            <a:ext cx="1165200" cy="116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6"/>
          <p:cNvSpPr/>
          <p:nvPr/>
        </p:nvSpPr>
        <p:spPr>
          <a:xfrm flipH="1">
            <a:off x="8124875" y="4499925"/>
            <a:ext cx="1359000" cy="1359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 name="Google Shape;36;p6"/>
          <p:cNvCxnSpPr/>
          <p:nvPr/>
        </p:nvCxnSpPr>
        <p:spPr>
          <a:xfrm flipH="1" rot="10800000">
            <a:off x="2533700" y="391575"/>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sp>
        <p:nvSpPr>
          <p:cNvPr id="38" name="Google Shape;38;p7"/>
          <p:cNvSpPr txBox="1"/>
          <p:nvPr>
            <p:ph type="title"/>
          </p:nvPr>
        </p:nvSpPr>
        <p:spPr>
          <a:xfrm>
            <a:off x="713225" y="501850"/>
            <a:ext cx="4094400" cy="1042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 name="Google Shape;39;p7"/>
          <p:cNvSpPr txBox="1"/>
          <p:nvPr>
            <p:ph idx="1" type="subTitle"/>
          </p:nvPr>
        </p:nvSpPr>
        <p:spPr>
          <a:xfrm>
            <a:off x="713225" y="1840475"/>
            <a:ext cx="4094400" cy="254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Open Sans"/>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40" name="Google Shape;40;p7"/>
          <p:cNvSpPr/>
          <p:nvPr>
            <p:ph idx="2" type="pic"/>
          </p:nvPr>
        </p:nvSpPr>
        <p:spPr>
          <a:xfrm flipH="1">
            <a:off x="5670175" y="539550"/>
            <a:ext cx="2760600" cy="4064400"/>
          </a:xfrm>
          <a:prstGeom prst="round2DiagRect">
            <a:avLst>
              <a:gd fmla="val 35260" name="adj1"/>
              <a:gd fmla="val 0" name="adj2"/>
            </a:avLst>
          </a:prstGeom>
          <a:noFill/>
          <a:ln>
            <a:noFill/>
          </a:ln>
        </p:spPr>
      </p:sp>
      <p:cxnSp>
        <p:nvCxnSpPr>
          <p:cNvPr id="41" name="Google Shape;41;p7"/>
          <p:cNvCxnSpPr/>
          <p:nvPr/>
        </p:nvCxnSpPr>
        <p:spPr>
          <a:xfrm>
            <a:off x="-425" y="4778025"/>
            <a:ext cx="4889700" cy="0"/>
          </a:xfrm>
          <a:prstGeom prst="straightConnector1">
            <a:avLst/>
          </a:prstGeom>
          <a:noFill/>
          <a:ln cap="flat" cmpd="sng" w="9525">
            <a:solidFill>
              <a:schemeClr val="dk1"/>
            </a:solidFill>
            <a:prstDash val="solid"/>
            <a:round/>
            <a:headEnd len="med" w="med" type="none"/>
            <a:tailEnd len="med" w="med" type="none"/>
          </a:ln>
        </p:spPr>
      </p:cxnSp>
      <p:sp>
        <p:nvSpPr>
          <p:cNvPr id="42" name="Google Shape;42;p7"/>
          <p:cNvSpPr/>
          <p:nvPr/>
        </p:nvSpPr>
        <p:spPr>
          <a:xfrm>
            <a:off x="7584975" y="34877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3" name="Shape 43"/>
        <p:cNvGrpSpPr/>
        <p:nvPr/>
      </p:nvGrpSpPr>
      <p:grpSpPr>
        <a:xfrm>
          <a:off x="0" y="0"/>
          <a:ext cx="0" cy="0"/>
          <a:chOff x="0" y="0"/>
          <a:chExt cx="0" cy="0"/>
        </a:xfrm>
      </p:grpSpPr>
      <p:sp>
        <p:nvSpPr>
          <p:cNvPr id="44" name="Google Shape;44;p8"/>
          <p:cNvSpPr txBox="1"/>
          <p:nvPr>
            <p:ph type="title"/>
          </p:nvPr>
        </p:nvSpPr>
        <p:spPr>
          <a:xfrm>
            <a:off x="713225" y="1307100"/>
            <a:ext cx="4904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5" name="Google Shape;45;p8"/>
          <p:cNvSpPr/>
          <p:nvPr>
            <p:ph idx="2" type="pic"/>
          </p:nvPr>
        </p:nvSpPr>
        <p:spPr>
          <a:xfrm>
            <a:off x="5670175" y="539550"/>
            <a:ext cx="2760600" cy="4064400"/>
          </a:xfrm>
          <a:prstGeom prst="round2DiagRect">
            <a:avLst>
              <a:gd fmla="val 35260" name="adj1"/>
              <a:gd fmla="val 0" name="adj2"/>
            </a:avLst>
          </a:prstGeom>
          <a:noFill/>
          <a:ln>
            <a:noFill/>
          </a:ln>
        </p:spPr>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 name="Shape 46"/>
        <p:cNvGrpSpPr/>
        <p:nvPr/>
      </p:nvGrpSpPr>
      <p:grpSpPr>
        <a:xfrm>
          <a:off x="0" y="0"/>
          <a:ext cx="0" cy="0"/>
          <a:chOff x="0" y="0"/>
          <a:chExt cx="0" cy="0"/>
        </a:xfrm>
      </p:grpSpPr>
      <p:sp>
        <p:nvSpPr>
          <p:cNvPr id="47" name="Google Shape;47;p9"/>
          <p:cNvSpPr txBox="1"/>
          <p:nvPr>
            <p:ph type="title"/>
          </p:nvPr>
        </p:nvSpPr>
        <p:spPr>
          <a:xfrm>
            <a:off x="3557875" y="12540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8" name="Google Shape;48;p9"/>
          <p:cNvSpPr txBox="1"/>
          <p:nvPr>
            <p:ph idx="1" type="subTitle"/>
          </p:nvPr>
        </p:nvSpPr>
        <p:spPr>
          <a:xfrm>
            <a:off x="3557875" y="32184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9" name="Google Shape;49;p9"/>
          <p:cNvSpPr/>
          <p:nvPr>
            <p:ph idx="2" type="pic"/>
          </p:nvPr>
        </p:nvSpPr>
        <p:spPr>
          <a:xfrm>
            <a:off x="713225" y="539500"/>
            <a:ext cx="2760600" cy="4064400"/>
          </a:xfrm>
          <a:prstGeom prst="round2DiagRect">
            <a:avLst>
              <a:gd fmla="val 35260" name="adj1"/>
              <a:gd fmla="val 0" name="adj2"/>
            </a:avLst>
          </a:prstGeom>
          <a:noFill/>
          <a:ln>
            <a:noFill/>
          </a:ln>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0" name="Shape 50"/>
        <p:cNvGrpSpPr/>
        <p:nvPr/>
      </p:nvGrpSpPr>
      <p:grpSpPr>
        <a:xfrm>
          <a:off x="0" y="0"/>
          <a:ext cx="0" cy="0"/>
          <a:chOff x="0" y="0"/>
          <a:chExt cx="0" cy="0"/>
        </a:xfrm>
      </p:grpSpPr>
      <p:sp>
        <p:nvSpPr>
          <p:cNvPr id="51" name="Google Shape;51;p10"/>
          <p:cNvSpPr/>
          <p:nvPr>
            <p:ph idx="2" type="pic"/>
          </p:nvPr>
        </p:nvSpPr>
        <p:spPr>
          <a:xfrm>
            <a:off x="0" y="0"/>
            <a:ext cx="9144000" cy="5143500"/>
          </a:xfrm>
          <a:prstGeom prst="rect">
            <a:avLst/>
          </a:prstGeom>
          <a:noFill/>
          <a:ln>
            <a:noFill/>
          </a:ln>
        </p:spPr>
      </p:sp>
      <p:sp>
        <p:nvSpPr>
          <p:cNvPr id="52" name="Google Shape;52;p10"/>
          <p:cNvSpPr txBox="1"/>
          <p:nvPr>
            <p:ph type="title"/>
          </p:nvPr>
        </p:nvSpPr>
        <p:spPr>
          <a:xfrm>
            <a:off x="720000" y="4014450"/>
            <a:ext cx="7704000" cy="5727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3" name="Shape 53"/>
        <p:cNvGrpSpPr/>
        <p:nvPr/>
      </p:nvGrpSpPr>
      <p:grpSpPr>
        <a:xfrm>
          <a:off x="0" y="0"/>
          <a:ext cx="0" cy="0"/>
          <a:chOff x="0" y="0"/>
          <a:chExt cx="0" cy="0"/>
        </a:xfrm>
      </p:grpSpPr>
      <p:sp>
        <p:nvSpPr>
          <p:cNvPr id="54" name="Google Shape;54;p11"/>
          <p:cNvSpPr txBox="1"/>
          <p:nvPr>
            <p:ph hasCustomPrompt="1" type="title"/>
          </p:nvPr>
        </p:nvSpPr>
        <p:spPr>
          <a:xfrm>
            <a:off x="713225" y="1642588"/>
            <a:ext cx="4693800" cy="13173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r>
              <a:t>xx%</a:t>
            </a:r>
          </a:p>
        </p:txBody>
      </p:sp>
      <p:sp>
        <p:nvSpPr>
          <p:cNvPr id="55" name="Google Shape;55;p11"/>
          <p:cNvSpPr txBox="1"/>
          <p:nvPr>
            <p:ph idx="1" type="subTitle"/>
          </p:nvPr>
        </p:nvSpPr>
        <p:spPr>
          <a:xfrm>
            <a:off x="713225" y="3003763"/>
            <a:ext cx="46938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6" name="Google Shape;56;p11"/>
          <p:cNvSpPr/>
          <p:nvPr>
            <p:ph idx="2" type="pic"/>
          </p:nvPr>
        </p:nvSpPr>
        <p:spPr>
          <a:xfrm flipH="1">
            <a:off x="5670175" y="539550"/>
            <a:ext cx="2760600" cy="4064400"/>
          </a:xfrm>
          <a:prstGeom prst="round2DiagRect">
            <a:avLst>
              <a:gd fmla="val 35260" name="adj1"/>
              <a:gd fmla="val 0" name="adj2"/>
            </a:avLst>
          </a:prstGeom>
          <a:noFill/>
          <a:ln>
            <a:noFill/>
          </a:ln>
        </p:spPr>
      </p:sp>
      <p:sp>
        <p:nvSpPr>
          <p:cNvPr id="57" name="Google Shape;57;p11"/>
          <p:cNvSpPr/>
          <p:nvPr/>
        </p:nvSpPr>
        <p:spPr>
          <a:xfrm>
            <a:off x="70350" y="-685800"/>
            <a:ext cx="1377600" cy="1377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 name="Google Shape;58;p11"/>
          <p:cNvCxnSpPr/>
          <p:nvPr/>
        </p:nvCxnSpPr>
        <p:spPr>
          <a:xfrm flipH="1" rot="10800000">
            <a:off x="2984075" y="4750025"/>
            <a:ext cx="6159900" cy="129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9" name="Shape 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0" name="Shape 60"/>
        <p:cNvGrpSpPr/>
        <p:nvPr/>
      </p:nvGrpSpPr>
      <p:grpSpPr>
        <a:xfrm>
          <a:off x="0" y="0"/>
          <a:ext cx="0" cy="0"/>
          <a:chOff x="0" y="0"/>
          <a:chExt cx="0" cy="0"/>
        </a:xfrm>
      </p:grpSpPr>
      <p:sp>
        <p:nvSpPr>
          <p:cNvPr id="61" name="Google Shape;6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2" name="Google Shape;62;p13"/>
          <p:cNvSpPr txBox="1"/>
          <p:nvPr>
            <p:ph hasCustomPrompt="1" idx="2" type="title"/>
          </p:nvPr>
        </p:nvSpPr>
        <p:spPr>
          <a:xfrm>
            <a:off x="1618650" y="1480883"/>
            <a:ext cx="734700" cy="447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3" name="Google Shape;63;p13"/>
          <p:cNvSpPr txBox="1"/>
          <p:nvPr>
            <p:ph hasCustomPrompt="1" idx="3" type="title"/>
          </p:nvPr>
        </p:nvSpPr>
        <p:spPr>
          <a:xfrm>
            <a:off x="1618650" y="2914291"/>
            <a:ext cx="734700" cy="447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4" name="Google Shape;64;p13"/>
          <p:cNvSpPr txBox="1"/>
          <p:nvPr>
            <p:ph hasCustomPrompt="1" idx="4" type="title"/>
          </p:nvPr>
        </p:nvSpPr>
        <p:spPr>
          <a:xfrm>
            <a:off x="4204650" y="1480883"/>
            <a:ext cx="734700" cy="447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5" name="Google Shape;65;p13"/>
          <p:cNvSpPr txBox="1"/>
          <p:nvPr>
            <p:ph hasCustomPrompt="1" idx="5" type="title"/>
          </p:nvPr>
        </p:nvSpPr>
        <p:spPr>
          <a:xfrm>
            <a:off x="4204650" y="2914291"/>
            <a:ext cx="734700" cy="447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6" name="Google Shape;66;p13"/>
          <p:cNvSpPr txBox="1"/>
          <p:nvPr>
            <p:ph hasCustomPrompt="1" idx="6" type="title"/>
          </p:nvPr>
        </p:nvSpPr>
        <p:spPr>
          <a:xfrm>
            <a:off x="6790650" y="1480883"/>
            <a:ext cx="734700" cy="447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7" name="Google Shape;67;p13"/>
          <p:cNvSpPr txBox="1"/>
          <p:nvPr>
            <p:ph hasCustomPrompt="1" idx="7" type="title"/>
          </p:nvPr>
        </p:nvSpPr>
        <p:spPr>
          <a:xfrm>
            <a:off x="6790650" y="2914291"/>
            <a:ext cx="734700" cy="447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68" name="Google Shape;68;p13"/>
          <p:cNvSpPr txBox="1"/>
          <p:nvPr>
            <p:ph idx="1" type="subTitle"/>
          </p:nvPr>
        </p:nvSpPr>
        <p:spPr>
          <a:xfrm>
            <a:off x="720000" y="2035225"/>
            <a:ext cx="2532000" cy="44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69" name="Google Shape;69;p13"/>
          <p:cNvSpPr txBox="1"/>
          <p:nvPr>
            <p:ph idx="8" type="subTitle"/>
          </p:nvPr>
        </p:nvSpPr>
        <p:spPr>
          <a:xfrm>
            <a:off x="3306000" y="2035225"/>
            <a:ext cx="2532000" cy="44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70" name="Google Shape;70;p13"/>
          <p:cNvSpPr txBox="1"/>
          <p:nvPr>
            <p:ph idx="9" type="subTitle"/>
          </p:nvPr>
        </p:nvSpPr>
        <p:spPr>
          <a:xfrm>
            <a:off x="5892000" y="2035225"/>
            <a:ext cx="2532000" cy="44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71" name="Google Shape;71;p13"/>
          <p:cNvSpPr txBox="1"/>
          <p:nvPr>
            <p:ph idx="13" type="subTitle"/>
          </p:nvPr>
        </p:nvSpPr>
        <p:spPr>
          <a:xfrm>
            <a:off x="720000" y="3468700"/>
            <a:ext cx="2532000" cy="44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72" name="Google Shape;72;p13"/>
          <p:cNvSpPr txBox="1"/>
          <p:nvPr>
            <p:ph idx="14" type="subTitle"/>
          </p:nvPr>
        </p:nvSpPr>
        <p:spPr>
          <a:xfrm>
            <a:off x="3306000" y="3468700"/>
            <a:ext cx="2532000" cy="44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73" name="Google Shape;73;p13"/>
          <p:cNvSpPr txBox="1"/>
          <p:nvPr>
            <p:ph idx="15" type="subTitle"/>
          </p:nvPr>
        </p:nvSpPr>
        <p:spPr>
          <a:xfrm>
            <a:off x="5892000" y="3468700"/>
            <a:ext cx="2532000" cy="44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74" name="Google Shape;74;p13"/>
          <p:cNvSpPr/>
          <p:nvPr/>
        </p:nvSpPr>
        <p:spPr>
          <a:xfrm>
            <a:off x="8198675" y="-235850"/>
            <a:ext cx="1285200" cy="128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3"/>
          <p:cNvSpPr/>
          <p:nvPr/>
        </p:nvSpPr>
        <p:spPr>
          <a:xfrm>
            <a:off x="-524550" y="4154650"/>
            <a:ext cx="1704300" cy="1704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 name="Google Shape;76;p13"/>
          <p:cNvCxnSpPr/>
          <p:nvPr/>
        </p:nvCxnSpPr>
        <p:spPr>
          <a:xfrm rot="10800000">
            <a:off x="-258600" y="391575"/>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77" name="Shape 77"/>
        <p:cNvGrpSpPr/>
        <p:nvPr/>
      </p:nvGrpSpPr>
      <p:grpSpPr>
        <a:xfrm>
          <a:off x="0" y="0"/>
          <a:ext cx="0" cy="0"/>
          <a:chOff x="0" y="0"/>
          <a:chExt cx="0" cy="0"/>
        </a:xfrm>
      </p:grpSpPr>
      <p:cxnSp>
        <p:nvCxnSpPr>
          <p:cNvPr id="78" name="Google Shape;78;p14"/>
          <p:cNvCxnSpPr/>
          <p:nvPr/>
        </p:nvCxnSpPr>
        <p:spPr>
          <a:xfrm flipH="1" rot="10800000">
            <a:off x="-51900" y="4750100"/>
            <a:ext cx="6605100" cy="12600"/>
          </a:xfrm>
          <a:prstGeom prst="straightConnector1">
            <a:avLst/>
          </a:prstGeom>
          <a:noFill/>
          <a:ln cap="flat" cmpd="sng" w="9525">
            <a:solidFill>
              <a:schemeClr val="dk1"/>
            </a:solidFill>
            <a:prstDash val="solid"/>
            <a:round/>
            <a:headEnd len="med" w="med" type="none"/>
            <a:tailEnd len="med" w="med" type="none"/>
          </a:ln>
        </p:spPr>
      </p:cxnSp>
      <p:sp>
        <p:nvSpPr>
          <p:cNvPr id="79" name="Google Shape;79;p14"/>
          <p:cNvSpPr txBox="1"/>
          <p:nvPr>
            <p:ph type="title"/>
          </p:nvPr>
        </p:nvSpPr>
        <p:spPr>
          <a:xfrm>
            <a:off x="3268550" y="1232775"/>
            <a:ext cx="5162100" cy="5901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 name="Google Shape;80;p14"/>
          <p:cNvSpPr txBox="1"/>
          <p:nvPr>
            <p:ph idx="1" type="subTitle"/>
          </p:nvPr>
        </p:nvSpPr>
        <p:spPr>
          <a:xfrm>
            <a:off x="3268550" y="2155125"/>
            <a:ext cx="5162100" cy="175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Monda"/>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sp>
        <p:nvSpPr>
          <p:cNvPr id="81" name="Google Shape;81;p14"/>
          <p:cNvSpPr/>
          <p:nvPr/>
        </p:nvSpPr>
        <p:spPr>
          <a:xfrm flipH="1">
            <a:off x="8671525" y="87475"/>
            <a:ext cx="977400" cy="97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4"/>
          <p:cNvSpPr/>
          <p:nvPr/>
        </p:nvSpPr>
        <p:spPr>
          <a:xfrm flipH="1">
            <a:off x="-475725" y="4115300"/>
            <a:ext cx="977400" cy="97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83" name="Shape 83"/>
        <p:cNvGrpSpPr/>
        <p:nvPr/>
      </p:nvGrpSpPr>
      <p:grpSpPr>
        <a:xfrm>
          <a:off x="0" y="0"/>
          <a:ext cx="0" cy="0"/>
          <a:chOff x="0" y="0"/>
          <a:chExt cx="0" cy="0"/>
        </a:xfrm>
      </p:grpSpPr>
      <p:sp>
        <p:nvSpPr>
          <p:cNvPr id="84" name="Google Shape;84;p15"/>
          <p:cNvSpPr txBox="1"/>
          <p:nvPr>
            <p:ph type="title"/>
          </p:nvPr>
        </p:nvSpPr>
        <p:spPr>
          <a:xfrm>
            <a:off x="3755275" y="787150"/>
            <a:ext cx="4675500" cy="6021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5" name="Google Shape;85;p15"/>
          <p:cNvSpPr txBox="1"/>
          <p:nvPr>
            <p:ph idx="1" type="subTitle"/>
          </p:nvPr>
        </p:nvSpPr>
        <p:spPr>
          <a:xfrm>
            <a:off x="3755275" y="1731300"/>
            <a:ext cx="4675500" cy="75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6" name="Google Shape;86;p15"/>
          <p:cNvSpPr/>
          <p:nvPr>
            <p:ph idx="2" type="pic"/>
          </p:nvPr>
        </p:nvSpPr>
        <p:spPr>
          <a:xfrm>
            <a:off x="713225" y="539500"/>
            <a:ext cx="2760600" cy="4064400"/>
          </a:xfrm>
          <a:prstGeom prst="round2DiagRect">
            <a:avLst>
              <a:gd fmla="val 35260" name="adj1"/>
              <a:gd fmla="val 0" name="adj2"/>
            </a:avLst>
          </a:prstGeom>
          <a:noFill/>
          <a:ln>
            <a:noFill/>
          </a:ln>
        </p:spPr>
      </p:sp>
      <p:sp>
        <p:nvSpPr>
          <p:cNvPr id="87" name="Google Shape;87;p15"/>
          <p:cNvSpPr/>
          <p:nvPr>
            <p:ph idx="3" type="pic"/>
          </p:nvPr>
        </p:nvSpPr>
        <p:spPr>
          <a:xfrm flipH="1">
            <a:off x="3713275" y="2627325"/>
            <a:ext cx="4717500" cy="1976700"/>
          </a:xfrm>
          <a:prstGeom prst="round2DiagRect">
            <a:avLst>
              <a:gd fmla="val 35260" name="adj1"/>
              <a:gd fmla="val 0" name="adj2"/>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8" name="Shape 88"/>
        <p:cNvGrpSpPr/>
        <p:nvPr/>
      </p:nvGrpSpPr>
      <p:grpSpPr>
        <a:xfrm>
          <a:off x="0" y="0"/>
          <a:ext cx="0" cy="0"/>
          <a:chOff x="0" y="0"/>
          <a:chExt cx="0" cy="0"/>
        </a:xfrm>
      </p:grpSpPr>
      <p:sp>
        <p:nvSpPr>
          <p:cNvPr id="89" name="Google Shape;89;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0" name="Google Shape;90;p16"/>
          <p:cNvSpPr txBox="1"/>
          <p:nvPr>
            <p:ph idx="1" type="subTitle"/>
          </p:nvPr>
        </p:nvSpPr>
        <p:spPr>
          <a:xfrm>
            <a:off x="720063" y="2407925"/>
            <a:ext cx="2392800" cy="169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1" name="Google Shape;91;p16"/>
          <p:cNvSpPr txBox="1"/>
          <p:nvPr>
            <p:ph idx="2" type="subTitle"/>
          </p:nvPr>
        </p:nvSpPr>
        <p:spPr>
          <a:xfrm>
            <a:off x="3375661" y="2407925"/>
            <a:ext cx="2392800" cy="169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2" name="Google Shape;92;p16"/>
          <p:cNvSpPr txBox="1"/>
          <p:nvPr>
            <p:ph idx="3" type="subTitle"/>
          </p:nvPr>
        </p:nvSpPr>
        <p:spPr>
          <a:xfrm>
            <a:off x="6031138" y="2407925"/>
            <a:ext cx="2392800" cy="169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3" name="Google Shape;93;p16"/>
          <p:cNvSpPr txBox="1"/>
          <p:nvPr>
            <p:ph idx="4" type="subTitle"/>
          </p:nvPr>
        </p:nvSpPr>
        <p:spPr>
          <a:xfrm>
            <a:off x="720000" y="1842450"/>
            <a:ext cx="2392800" cy="49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94" name="Google Shape;94;p16"/>
          <p:cNvSpPr txBox="1"/>
          <p:nvPr>
            <p:ph idx="5" type="subTitle"/>
          </p:nvPr>
        </p:nvSpPr>
        <p:spPr>
          <a:xfrm>
            <a:off x="3375602" y="1842450"/>
            <a:ext cx="2392800" cy="49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95" name="Google Shape;95;p16"/>
          <p:cNvSpPr txBox="1"/>
          <p:nvPr>
            <p:ph idx="6" type="subTitle"/>
          </p:nvPr>
        </p:nvSpPr>
        <p:spPr>
          <a:xfrm>
            <a:off x="6031075" y="1842450"/>
            <a:ext cx="2392800" cy="49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96" name="Google Shape;96;p16"/>
          <p:cNvSpPr/>
          <p:nvPr/>
        </p:nvSpPr>
        <p:spPr>
          <a:xfrm>
            <a:off x="7476300" y="4545150"/>
            <a:ext cx="1667700" cy="1667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6"/>
          <p:cNvSpPr/>
          <p:nvPr/>
        </p:nvSpPr>
        <p:spPr>
          <a:xfrm>
            <a:off x="-566275" y="880675"/>
            <a:ext cx="1118700" cy="111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6"/>
          <p:cNvSpPr/>
          <p:nvPr/>
        </p:nvSpPr>
        <p:spPr>
          <a:xfrm flipH="1" rot="10800000">
            <a:off x="7668350" y="-424400"/>
            <a:ext cx="1865100" cy="925800"/>
          </a:xfrm>
          <a:prstGeom prst="round2SameRect">
            <a:avLst>
              <a:gd fmla="val 31395" name="adj1"/>
              <a:gd fmla="val 0" name="adj2"/>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 name="Google Shape;99;p16"/>
          <p:cNvCxnSpPr/>
          <p:nvPr/>
        </p:nvCxnSpPr>
        <p:spPr>
          <a:xfrm flipH="1" rot="10800000">
            <a:off x="-51900" y="4750100"/>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6_1">
    <p:spTree>
      <p:nvGrpSpPr>
        <p:cNvPr id="100" name="Shape 100"/>
        <p:cNvGrpSpPr/>
        <p:nvPr/>
      </p:nvGrpSpPr>
      <p:grpSpPr>
        <a:xfrm>
          <a:off x="0" y="0"/>
          <a:ext cx="0" cy="0"/>
          <a:chOff x="0" y="0"/>
          <a:chExt cx="0" cy="0"/>
        </a:xfrm>
      </p:grpSpPr>
      <p:sp>
        <p:nvSpPr>
          <p:cNvPr id="101" name="Google Shape;10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2" name="Google Shape;102;p17"/>
          <p:cNvSpPr/>
          <p:nvPr/>
        </p:nvSpPr>
        <p:spPr>
          <a:xfrm>
            <a:off x="8318675" y="830950"/>
            <a:ext cx="1165200" cy="116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7"/>
          <p:cNvSpPr/>
          <p:nvPr/>
        </p:nvSpPr>
        <p:spPr>
          <a:xfrm>
            <a:off x="-603675" y="4499925"/>
            <a:ext cx="1359000" cy="1359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 name="Google Shape;104;p17"/>
          <p:cNvCxnSpPr/>
          <p:nvPr/>
        </p:nvCxnSpPr>
        <p:spPr>
          <a:xfrm rot="10800000">
            <a:off x="-258600" y="391575"/>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6_1_1">
    <p:spTree>
      <p:nvGrpSpPr>
        <p:cNvPr id="105" name="Shape 105"/>
        <p:cNvGrpSpPr/>
        <p:nvPr/>
      </p:nvGrpSpPr>
      <p:grpSpPr>
        <a:xfrm>
          <a:off x="0" y="0"/>
          <a:ext cx="0" cy="0"/>
          <a:chOff x="0" y="0"/>
          <a:chExt cx="0" cy="0"/>
        </a:xfrm>
      </p:grpSpPr>
      <p:cxnSp>
        <p:nvCxnSpPr>
          <p:cNvPr id="106" name="Google Shape;106;p18"/>
          <p:cNvCxnSpPr/>
          <p:nvPr/>
        </p:nvCxnSpPr>
        <p:spPr>
          <a:xfrm flipH="1">
            <a:off x="1855750" y="4938025"/>
            <a:ext cx="6605100" cy="12600"/>
          </a:xfrm>
          <a:prstGeom prst="straightConnector1">
            <a:avLst/>
          </a:prstGeom>
          <a:noFill/>
          <a:ln cap="flat" cmpd="sng" w="9525">
            <a:solidFill>
              <a:schemeClr val="dk1"/>
            </a:solidFill>
            <a:prstDash val="solid"/>
            <a:round/>
            <a:headEnd len="med" w="med" type="none"/>
            <a:tailEnd len="med" w="med" type="none"/>
          </a:ln>
        </p:spPr>
      </p:cxnSp>
      <p:sp>
        <p:nvSpPr>
          <p:cNvPr id="107" name="Google Shape;10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8" name="Google Shape;108;p18"/>
          <p:cNvSpPr/>
          <p:nvPr/>
        </p:nvSpPr>
        <p:spPr>
          <a:xfrm>
            <a:off x="7861475" y="4564750"/>
            <a:ext cx="1165200" cy="116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9" name="Shape 109"/>
        <p:cNvGrpSpPr/>
        <p:nvPr/>
      </p:nvGrpSpPr>
      <p:grpSpPr>
        <a:xfrm>
          <a:off x="0" y="0"/>
          <a:ext cx="0" cy="0"/>
          <a:chOff x="0" y="0"/>
          <a:chExt cx="0" cy="0"/>
        </a:xfrm>
      </p:grpSpPr>
      <p:sp>
        <p:nvSpPr>
          <p:cNvPr id="110" name="Google Shape;110;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 name="Google Shape;111;p19"/>
          <p:cNvSpPr txBox="1"/>
          <p:nvPr>
            <p:ph idx="1" type="subTitle"/>
          </p:nvPr>
        </p:nvSpPr>
        <p:spPr>
          <a:xfrm>
            <a:off x="790012" y="1815825"/>
            <a:ext cx="3525900" cy="108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2" name="Google Shape;112;p19"/>
          <p:cNvSpPr txBox="1"/>
          <p:nvPr>
            <p:ph idx="2" type="subTitle"/>
          </p:nvPr>
        </p:nvSpPr>
        <p:spPr>
          <a:xfrm>
            <a:off x="4828087" y="1815825"/>
            <a:ext cx="3525900" cy="108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3" name="Google Shape;113;p19"/>
          <p:cNvSpPr txBox="1"/>
          <p:nvPr>
            <p:ph idx="3" type="subTitle"/>
          </p:nvPr>
        </p:nvSpPr>
        <p:spPr>
          <a:xfrm>
            <a:off x="790012" y="3479475"/>
            <a:ext cx="3525900" cy="108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4" name="Google Shape;114;p19"/>
          <p:cNvSpPr txBox="1"/>
          <p:nvPr>
            <p:ph idx="4" type="subTitle"/>
          </p:nvPr>
        </p:nvSpPr>
        <p:spPr>
          <a:xfrm>
            <a:off x="4828087" y="3479475"/>
            <a:ext cx="3525900" cy="108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5" name="Google Shape;115;p19"/>
          <p:cNvSpPr txBox="1"/>
          <p:nvPr>
            <p:ph idx="5" type="subTitle"/>
          </p:nvPr>
        </p:nvSpPr>
        <p:spPr>
          <a:xfrm>
            <a:off x="790012" y="1307875"/>
            <a:ext cx="35259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116" name="Google Shape;116;p19"/>
          <p:cNvSpPr txBox="1"/>
          <p:nvPr>
            <p:ph idx="6" type="subTitle"/>
          </p:nvPr>
        </p:nvSpPr>
        <p:spPr>
          <a:xfrm>
            <a:off x="790012" y="2968650"/>
            <a:ext cx="35259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117" name="Google Shape;117;p19"/>
          <p:cNvSpPr txBox="1"/>
          <p:nvPr>
            <p:ph idx="7" type="subTitle"/>
          </p:nvPr>
        </p:nvSpPr>
        <p:spPr>
          <a:xfrm>
            <a:off x="4828088" y="1307875"/>
            <a:ext cx="35259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118" name="Google Shape;118;p19"/>
          <p:cNvSpPr txBox="1"/>
          <p:nvPr>
            <p:ph idx="8" type="subTitle"/>
          </p:nvPr>
        </p:nvSpPr>
        <p:spPr>
          <a:xfrm>
            <a:off x="4828088" y="2968650"/>
            <a:ext cx="35259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24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2400"/>
              <a:buFont typeface="Monda"/>
              <a:buNone/>
              <a:defRPr b="1" sz="2400">
                <a:solidFill>
                  <a:schemeClr val="dk2"/>
                </a:solidFill>
                <a:latin typeface="Monda"/>
                <a:ea typeface="Monda"/>
                <a:cs typeface="Monda"/>
                <a:sym typeface="Monda"/>
              </a:defRPr>
            </a:lvl9pPr>
          </a:lstStyle>
          <a:p/>
        </p:txBody>
      </p:sp>
      <p:sp>
        <p:nvSpPr>
          <p:cNvPr id="119" name="Google Shape;119;p19"/>
          <p:cNvSpPr/>
          <p:nvPr/>
        </p:nvSpPr>
        <p:spPr>
          <a:xfrm flipH="1">
            <a:off x="-524550" y="-235850"/>
            <a:ext cx="1285200" cy="128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 name="Google Shape;120;p19"/>
          <p:cNvCxnSpPr/>
          <p:nvPr/>
        </p:nvCxnSpPr>
        <p:spPr>
          <a:xfrm flipH="1" rot="10800000">
            <a:off x="2533700" y="391575"/>
            <a:ext cx="6605100" cy="12600"/>
          </a:xfrm>
          <a:prstGeom prst="straightConnector1">
            <a:avLst/>
          </a:prstGeom>
          <a:noFill/>
          <a:ln cap="flat" cmpd="sng" w="9525">
            <a:solidFill>
              <a:schemeClr val="dk1"/>
            </a:solidFill>
            <a:prstDash val="solid"/>
            <a:round/>
            <a:headEnd len="med" w="med" type="none"/>
            <a:tailEnd len="med" w="med" type="none"/>
          </a:ln>
        </p:spPr>
      </p:cxnSp>
      <p:sp>
        <p:nvSpPr>
          <p:cNvPr id="121" name="Google Shape;121;p19"/>
          <p:cNvSpPr/>
          <p:nvPr/>
        </p:nvSpPr>
        <p:spPr>
          <a:xfrm flipH="1">
            <a:off x="8124875" y="4499925"/>
            <a:ext cx="1359000" cy="1359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22" name="Shape 122"/>
        <p:cNvGrpSpPr/>
        <p:nvPr/>
      </p:nvGrpSpPr>
      <p:grpSpPr>
        <a:xfrm>
          <a:off x="0" y="0"/>
          <a:ext cx="0" cy="0"/>
          <a:chOff x="0" y="0"/>
          <a:chExt cx="0" cy="0"/>
        </a:xfrm>
      </p:grpSpPr>
      <p:cxnSp>
        <p:nvCxnSpPr>
          <p:cNvPr id="123" name="Google Shape;123;p20"/>
          <p:cNvCxnSpPr/>
          <p:nvPr/>
        </p:nvCxnSpPr>
        <p:spPr>
          <a:xfrm flipH="1" rot="10800000">
            <a:off x="2538900" y="4750100"/>
            <a:ext cx="6605100" cy="12600"/>
          </a:xfrm>
          <a:prstGeom prst="straightConnector1">
            <a:avLst/>
          </a:prstGeom>
          <a:noFill/>
          <a:ln cap="flat" cmpd="sng" w="9525">
            <a:solidFill>
              <a:schemeClr val="dk1"/>
            </a:solidFill>
            <a:prstDash val="solid"/>
            <a:round/>
            <a:headEnd len="med" w="med" type="none"/>
            <a:tailEnd len="med" w="med" type="none"/>
          </a:ln>
        </p:spPr>
      </p:cxnSp>
      <p:sp>
        <p:nvSpPr>
          <p:cNvPr id="124" name="Google Shape;124;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5" name="Google Shape;125;p20"/>
          <p:cNvSpPr txBox="1"/>
          <p:nvPr>
            <p:ph idx="1" type="subTitle"/>
          </p:nvPr>
        </p:nvSpPr>
        <p:spPr>
          <a:xfrm>
            <a:off x="720000" y="1710152"/>
            <a:ext cx="2233500" cy="93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6" name="Google Shape;126;p20"/>
          <p:cNvSpPr txBox="1"/>
          <p:nvPr>
            <p:ph idx="2" type="subTitle"/>
          </p:nvPr>
        </p:nvSpPr>
        <p:spPr>
          <a:xfrm>
            <a:off x="3455250" y="1710152"/>
            <a:ext cx="2233500" cy="93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7" name="Google Shape;127;p20"/>
          <p:cNvSpPr txBox="1"/>
          <p:nvPr>
            <p:ph idx="3" type="subTitle"/>
          </p:nvPr>
        </p:nvSpPr>
        <p:spPr>
          <a:xfrm>
            <a:off x="720000" y="3440451"/>
            <a:ext cx="2233500" cy="93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8" name="Google Shape;128;p20"/>
          <p:cNvSpPr txBox="1"/>
          <p:nvPr>
            <p:ph idx="4" type="subTitle"/>
          </p:nvPr>
        </p:nvSpPr>
        <p:spPr>
          <a:xfrm>
            <a:off x="3455250" y="3440451"/>
            <a:ext cx="2233500" cy="93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9" name="Google Shape;129;p20"/>
          <p:cNvSpPr txBox="1"/>
          <p:nvPr>
            <p:ph idx="5" type="subTitle"/>
          </p:nvPr>
        </p:nvSpPr>
        <p:spPr>
          <a:xfrm>
            <a:off x="6190500" y="1710152"/>
            <a:ext cx="2233500" cy="93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0" name="Google Shape;130;p20"/>
          <p:cNvSpPr txBox="1"/>
          <p:nvPr>
            <p:ph idx="6" type="subTitle"/>
          </p:nvPr>
        </p:nvSpPr>
        <p:spPr>
          <a:xfrm>
            <a:off x="6190500" y="3440451"/>
            <a:ext cx="2233500" cy="93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1" name="Google Shape;131;p20"/>
          <p:cNvSpPr txBox="1"/>
          <p:nvPr>
            <p:ph idx="7" type="subTitle"/>
          </p:nvPr>
        </p:nvSpPr>
        <p:spPr>
          <a:xfrm>
            <a:off x="720000" y="1336275"/>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132" name="Google Shape;132;p20"/>
          <p:cNvSpPr txBox="1"/>
          <p:nvPr>
            <p:ph idx="8" type="subTitle"/>
          </p:nvPr>
        </p:nvSpPr>
        <p:spPr>
          <a:xfrm>
            <a:off x="3455250" y="1336275"/>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133" name="Google Shape;133;p20"/>
          <p:cNvSpPr txBox="1"/>
          <p:nvPr>
            <p:ph idx="9" type="subTitle"/>
          </p:nvPr>
        </p:nvSpPr>
        <p:spPr>
          <a:xfrm>
            <a:off x="6190500" y="1336275"/>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134" name="Google Shape;134;p20"/>
          <p:cNvSpPr txBox="1"/>
          <p:nvPr>
            <p:ph idx="13" type="subTitle"/>
          </p:nvPr>
        </p:nvSpPr>
        <p:spPr>
          <a:xfrm>
            <a:off x="720000" y="3063351"/>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135" name="Google Shape;135;p20"/>
          <p:cNvSpPr txBox="1"/>
          <p:nvPr>
            <p:ph idx="14" type="subTitle"/>
          </p:nvPr>
        </p:nvSpPr>
        <p:spPr>
          <a:xfrm>
            <a:off x="3455250" y="3063356"/>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136" name="Google Shape;136;p20"/>
          <p:cNvSpPr txBox="1"/>
          <p:nvPr>
            <p:ph idx="15" type="subTitle"/>
          </p:nvPr>
        </p:nvSpPr>
        <p:spPr>
          <a:xfrm>
            <a:off x="6190500" y="3063356"/>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1pPr>
            <a:lvl2pPr lvl="1"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2pPr>
            <a:lvl3pPr lvl="2"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3pPr>
            <a:lvl4pPr lvl="3"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4pPr>
            <a:lvl5pPr lvl="4"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5pPr>
            <a:lvl6pPr lvl="5"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6pPr>
            <a:lvl7pPr lvl="6"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7pPr>
            <a:lvl8pPr lvl="7"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8pPr>
            <a:lvl9pPr lvl="8" rtl="0" algn="ctr">
              <a:lnSpc>
                <a:spcPct val="100000"/>
              </a:lnSpc>
              <a:spcBef>
                <a:spcPts val="0"/>
              </a:spcBef>
              <a:spcAft>
                <a:spcPts val="0"/>
              </a:spcAft>
              <a:buClr>
                <a:schemeClr val="dk2"/>
              </a:buClr>
              <a:buSzPts val="1800"/>
              <a:buFont typeface="Monda"/>
              <a:buNone/>
              <a:defRPr b="1" sz="1800">
                <a:solidFill>
                  <a:schemeClr val="dk2"/>
                </a:solidFill>
                <a:latin typeface="Monda"/>
                <a:ea typeface="Monda"/>
                <a:cs typeface="Monda"/>
                <a:sym typeface="Monda"/>
              </a:defRPr>
            </a:lvl9pPr>
          </a:lstStyle>
          <a:p/>
        </p:txBody>
      </p:sp>
      <p:sp>
        <p:nvSpPr>
          <p:cNvPr id="137" name="Google Shape;137;p20"/>
          <p:cNvSpPr/>
          <p:nvPr/>
        </p:nvSpPr>
        <p:spPr>
          <a:xfrm>
            <a:off x="-475725" y="87475"/>
            <a:ext cx="977400" cy="97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0"/>
          <p:cNvSpPr/>
          <p:nvPr/>
        </p:nvSpPr>
        <p:spPr>
          <a:xfrm>
            <a:off x="8671525" y="4115300"/>
            <a:ext cx="977400" cy="97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39" name="Shape 139"/>
        <p:cNvGrpSpPr/>
        <p:nvPr/>
      </p:nvGrpSpPr>
      <p:grpSpPr>
        <a:xfrm>
          <a:off x="0" y="0"/>
          <a:ext cx="0" cy="0"/>
          <a:chOff x="0" y="0"/>
          <a:chExt cx="0" cy="0"/>
        </a:xfrm>
      </p:grpSpPr>
      <p:sp>
        <p:nvSpPr>
          <p:cNvPr id="140" name="Google Shape;140;p21"/>
          <p:cNvSpPr txBox="1"/>
          <p:nvPr>
            <p:ph hasCustomPrompt="1" type="title"/>
          </p:nvPr>
        </p:nvSpPr>
        <p:spPr>
          <a:xfrm>
            <a:off x="2825700" y="1985882"/>
            <a:ext cx="3492600" cy="76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1" name="Google Shape;141;p21"/>
          <p:cNvSpPr txBox="1"/>
          <p:nvPr>
            <p:ph idx="1" type="subTitle"/>
          </p:nvPr>
        </p:nvSpPr>
        <p:spPr>
          <a:xfrm>
            <a:off x="2825700" y="2788000"/>
            <a:ext cx="3492600" cy="37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42" name="Google Shape;142;p21"/>
          <p:cNvSpPr txBox="1"/>
          <p:nvPr>
            <p:ph hasCustomPrompt="1" idx="2" type="title"/>
          </p:nvPr>
        </p:nvSpPr>
        <p:spPr>
          <a:xfrm>
            <a:off x="713225" y="539489"/>
            <a:ext cx="3492600" cy="76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3" name="Google Shape;143;p21"/>
          <p:cNvSpPr txBox="1"/>
          <p:nvPr>
            <p:ph idx="3" type="subTitle"/>
          </p:nvPr>
        </p:nvSpPr>
        <p:spPr>
          <a:xfrm>
            <a:off x="713225" y="1346400"/>
            <a:ext cx="3492600" cy="37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44" name="Google Shape;144;p21"/>
          <p:cNvSpPr txBox="1"/>
          <p:nvPr>
            <p:ph hasCustomPrompt="1" idx="4" type="title"/>
          </p:nvPr>
        </p:nvSpPr>
        <p:spPr>
          <a:xfrm>
            <a:off x="4938169" y="3432275"/>
            <a:ext cx="3492600" cy="768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5" name="Google Shape;145;p21"/>
          <p:cNvSpPr txBox="1"/>
          <p:nvPr>
            <p:ph idx="5" type="subTitle"/>
          </p:nvPr>
        </p:nvSpPr>
        <p:spPr>
          <a:xfrm>
            <a:off x="4938169" y="4229599"/>
            <a:ext cx="3492600" cy="37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46" name="Shape 146"/>
        <p:cNvGrpSpPr/>
        <p:nvPr/>
      </p:nvGrpSpPr>
      <p:grpSpPr>
        <a:xfrm>
          <a:off x="0" y="0"/>
          <a:ext cx="0" cy="0"/>
          <a:chOff x="0" y="0"/>
          <a:chExt cx="0" cy="0"/>
        </a:xfrm>
      </p:grpSpPr>
      <p:sp>
        <p:nvSpPr>
          <p:cNvPr id="147" name="Google Shape;147;p22"/>
          <p:cNvSpPr/>
          <p:nvPr/>
        </p:nvSpPr>
        <p:spPr>
          <a:xfrm>
            <a:off x="141075" y="12377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2"/>
          <p:cNvSpPr txBox="1"/>
          <p:nvPr>
            <p:ph type="title"/>
          </p:nvPr>
        </p:nvSpPr>
        <p:spPr>
          <a:xfrm>
            <a:off x="3981250" y="758625"/>
            <a:ext cx="4448100" cy="7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5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9" name="Google Shape;149;p22"/>
          <p:cNvSpPr txBox="1"/>
          <p:nvPr>
            <p:ph idx="1" type="subTitle"/>
          </p:nvPr>
        </p:nvSpPr>
        <p:spPr>
          <a:xfrm>
            <a:off x="3981250" y="1574434"/>
            <a:ext cx="44481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0" name="Google Shape;150;p22"/>
          <p:cNvSpPr txBox="1"/>
          <p:nvPr/>
        </p:nvSpPr>
        <p:spPr>
          <a:xfrm>
            <a:off x="3979900" y="4047750"/>
            <a:ext cx="44481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dk1"/>
                </a:solidFill>
                <a:latin typeface="Open Sans Medium"/>
                <a:ea typeface="Open Sans Medium"/>
                <a:cs typeface="Open Sans Medium"/>
                <a:sym typeface="Open Sans Medium"/>
              </a:rPr>
              <a:t>CREDITS: This presentation template was created by </a:t>
            </a:r>
            <a:r>
              <a:rPr b="1" lang="en" sz="1000" u="sng">
                <a:solidFill>
                  <a:schemeClr val="dk1"/>
                </a:solidFill>
                <a:latin typeface="Open Sans"/>
                <a:ea typeface="Open Sans"/>
                <a:cs typeface="Open Sans"/>
                <a:sym typeface="Open Sans"/>
                <a:hlinkClick r:id="rId2">
                  <a:extLst>
                    <a:ext uri="{A12FA001-AC4F-418D-AE19-62706E023703}">
                      <ahyp:hlinkClr val="tx"/>
                    </a:ext>
                  </a:extLst>
                </a:hlinkClick>
              </a:rPr>
              <a:t>Slidesgo</a:t>
            </a:r>
            <a:r>
              <a:rPr lang="en" sz="1000">
                <a:solidFill>
                  <a:schemeClr val="dk1"/>
                </a:solidFill>
                <a:latin typeface="Open Sans Medium"/>
                <a:ea typeface="Open Sans Medium"/>
                <a:cs typeface="Open Sans Medium"/>
                <a:sym typeface="Open Sans Medium"/>
              </a:rPr>
              <a:t>, and includes icons by</a:t>
            </a:r>
            <a:r>
              <a:rPr b="1" lang="en" sz="1000">
                <a:solidFill>
                  <a:schemeClr val="dk1"/>
                </a:solidFill>
                <a:latin typeface="Open Sans"/>
                <a:ea typeface="Open Sans"/>
                <a:cs typeface="Open Sans"/>
                <a:sym typeface="Open Sans"/>
              </a:rPr>
              <a:t>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Flaticon</a:t>
            </a:r>
            <a:r>
              <a:rPr lang="en" sz="1000">
                <a:solidFill>
                  <a:schemeClr val="dk1"/>
                </a:solidFill>
                <a:latin typeface="Open Sans Medium"/>
                <a:ea typeface="Open Sans Medium"/>
                <a:cs typeface="Open Sans Medium"/>
                <a:sym typeface="Open Sans Medium"/>
              </a:rPr>
              <a:t>, and infographics &amp; images by </a:t>
            </a:r>
            <a:r>
              <a:rPr b="1" lang="en" sz="1000" u="sng">
                <a:solidFill>
                  <a:schemeClr val="dk1"/>
                </a:solidFill>
                <a:latin typeface="Open Sans"/>
                <a:ea typeface="Open Sans"/>
                <a:cs typeface="Open Sans"/>
                <a:sym typeface="Open Sans"/>
                <a:hlinkClick r:id="rId4">
                  <a:extLst>
                    <a:ext uri="{A12FA001-AC4F-418D-AE19-62706E023703}">
                      <ahyp:hlinkClr val="tx"/>
                    </a:ext>
                  </a:extLst>
                </a:hlinkClick>
              </a:rPr>
              <a:t>Freepik</a:t>
            </a:r>
            <a:r>
              <a:rPr lang="en" sz="1000" u="sng">
                <a:solidFill>
                  <a:schemeClr val="dk1"/>
                </a:solidFill>
                <a:latin typeface="Open Sans Medium"/>
                <a:ea typeface="Open Sans Medium"/>
                <a:cs typeface="Open Sans Medium"/>
                <a:sym typeface="Open Sans Medium"/>
              </a:rPr>
              <a:t> </a:t>
            </a:r>
            <a:endParaRPr sz="1000" u="sng">
              <a:solidFill>
                <a:schemeClr val="dk1"/>
              </a:solidFill>
              <a:latin typeface="Open Sans Medium"/>
              <a:ea typeface="Open Sans Medium"/>
              <a:cs typeface="Open Sans Medium"/>
              <a:sym typeface="Open Sans Medium"/>
            </a:endParaRPr>
          </a:p>
        </p:txBody>
      </p:sp>
      <p:sp>
        <p:nvSpPr>
          <p:cNvPr id="151" name="Google Shape;151;p22"/>
          <p:cNvSpPr/>
          <p:nvPr>
            <p:ph idx="2" type="pic"/>
          </p:nvPr>
        </p:nvSpPr>
        <p:spPr>
          <a:xfrm>
            <a:off x="713225" y="539550"/>
            <a:ext cx="2760600" cy="4064400"/>
          </a:xfrm>
          <a:prstGeom prst="round2DiagRect">
            <a:avLst>
              <a:gd fmla="val 35260" name="adj1"/>
              <a:gd fmla="val 0" name="adj2"/>
            </a:avLst>
          </a:prstGeom>
          <a:noFill/>
          <a:ln>
            <a:noFill/>
          </a:ln>
        </p:spPr>
      </p:sp>
      <p:cxnSp>
        <p:nvCxnSpPr>
          <p:cNvPr id="152" name="Google Shape;152;p22"/>
          <p:cNvCxnSpPr/>
          <p:nvPr/>
        </p:nvCxnSpPr>
        <p:spPr>
          <a:xfrm flipH="1" rot="10800000">
            <a:off x="2533700" y="391575"/>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53" name="Shape 153"/>
        <p:cNvGrpSpPr/>
        <p:nvPr/>
      </p:nvGrpSpPr>
      <p:grpSpPr>
        <a:xfrm>
          <a:off x="0" y="0"/>
          <a:ext cx="0" cy="0"/>
          <a:chOff x="0" y="0"/>
          <a:chExt cx="0" cy="0"/>
        </a:xfrm>
      </p:grpSpPr>
      <p:sp>
        <p:nvSpPr>
          <p:cNvPr id="154" name="Google Shape;154;p23"/>
          <p:cNvSpPr/>
          <p:nvPr/>
        </p:nvSpPr>
        <p:spPr>
          <a:xfrm>
            <a:off x="8198675" y="-235850"/>
            <a:ext cx="1285200" cy="128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3"/>
          <p:cNvSpPr/>
          <p:nvPr/>
        </p:nvSpPr>
        <p:spPr>
          <a:xfrm>
            <a:off x="-524550" y="4154650"/>
            <a:ext cx="1704300" cy="1704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 name="Google Shape;156;p23"/>
          <p:cNvCxnSpPr/>
          <p:nvPr/>
        </p:nvCxnSpPr>
        <p:spPr>
          <a:xfrm rot="10800000">
            <a:off x="-258600" y="391575"/>
            <a:ext cx="6605100" cy="126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57" name="Shape 157"/>
        <p:cNvGrpSpPr/>
        <p:nvPr/>
      </p:nvGrpSpPr>
      <p:grpSpPr>
        <a:xfrm>
          <a:off x="0" y="0"/>
          <a:ext cx="0" cy="0"/>
          <a:chOff x="0" y="0"/>
          <a:chExt cx="0" cy="0"/>
        </a:xfrm>
      </p:grpSpPr>
      <p:sp>
        <p:nvSpPr>
          <p:cNvPr id="158" name="Google Shape;158;p24"/>
          <p:cNvSpPr/>
          <p:nvPr/>
        </p:nvSpPr>
        <p:spPr>
          <a:xfrm flipH="1">
            <a:off x="-524550" y="-235850"/>
            <a:ext cx="1285200" cy="128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 name="Google Shape;159;p24"/>
          <p:cNvCxnSpPr/>
          <p:nvPr/>
        </p:nvCxnSpPr>
        <p:spPr>
          <a:xfrm flipH="1" rot="10800000">
            <a:off x="2533700" y="391575"/>
            <a:ext cx="6605100" cy="12600"/>
          </a:xfrm>
          <a:prstGeom prst="straightConnector1">
            <a:avLst/>
          </a:prstGeom>
          <a:noFill/>
          <a:ln cap="flat" cmpd="sng" w="9525">
            <a:solidFill>
              <a:schemeClr val="dk1"/>
            </a:solidFill>
            <a:prstDash val="solid"/>
            <a:round/>
            <a:headEnd len="med" w="med" type="none"/>
            <a:tailEnd len="med" w="med" type="none"/>
          </a:ln>
        </p:spPr>
      </p:cxnSp>
      <p:sp>
        <p:nvSpPr>
          <p:cNvPr id="160" name="Google Shape;160;p24"/>
          <p:cNvSpPr/>
          <p:nvPr/>
        </p:nvSpPr>
        <p:spPr>
          <a:xfrm flipH="1">
            <a:off x="8124875" y="4499925"/>
            <a:ext cx="1359000" cy="1359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4" name="Shape 164"/>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65" name="Shape 165"/>
        <p:cNvGrpSpPr/>
        <p:nvPr/>
      </p:nvGrpSpPr>
      <p:grpSpPr>
        <a:xfrm>
          <a:off x="0" y="0"/>
          <a:ext cx="0" cy="0"/>
          <a:chOff x="0" y="0"/>
          <a:chExt cx="0" cy="0"/>
        </a:xfrm>
      </p:grpSpPr>
      <p:sp>
        <p:nvSpPr>
          <p:cNvPr id="166" name="Google Shape;166;p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1pPr>
            <a:lvl2pPr lvl="1"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2pPr>
            <a:lvl3pPr lvl="2"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3pPr>
            <a:lvl4pPr lvl="3"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4pPr>
            <a:lvl5pPr lvl="4"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5pPr>
            <a:lvl6pPr lvl="5"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6pPr>
            <a:lvl7pPr lvl="6"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7pPr>
            <a:lvl8pPr lvl="7"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8pPr>
            <a:lvl9pPr lvl="8" rtl="0">
              <a:spcBef>
                <a:spcPts val="0"/>
              </a:spcBef>
              <a:spcAft>
                <a:spcPts val="0"/>
              </a:spcAft>
              <a:buClr>
                <a:schemeClr val="dk1"/>
              </a:buClr>
              <a:buSzPts val="3000"/>
              <a:buFont typeface="Monda"/>
              <a:buNone/>
              <a:defRPr b="1" sz="3000">
                <a:solidFill>
                  <a:schemeClr val="dk1"/>
                </a:solidFill>
                <a:latin typeface="Monda"/>
                <a:ea typeface="Monda"/>
                <a:cs typeface="Monda"/>
                <a:sym typeface="Monda"/>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1pPr>
            <a:lvl2pPr indent="-304800" lvl="1" marL="9144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2pPr>
            <a:lvl3pPr indent="-304800" lvl="2" marL="13716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3pPr>
            <a:lvl4pPr indent="-304800" lvl="3" marL="18288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4pPr>
            <a:lvl5pPr indent="-304800" lvl="4" marL="22860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5pPr>
            <a:lvl6pPr indent="-304800" lvl="5" marL="27432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6pPr>
            <a:lvl7pPr indent="-304800" lvl="6" marL="32004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7pPr>
            <a:lvl8pPr indent="-304800" lvl="7" marL="36576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8pPr>
            <a:lvl9pPr indent="-304800" lvl="8" marL="4114800">
              <a:lnSpc>
                <a:spcPct val="100000"/>
              </a:lnSpc>
              <a:spcBef>
                <a:spcPts val="0"/>
              </a:spcBef>
              <a:spcAft>
                <a:spcPts val="0"/>
              </a:spcAft>
              <a:buClr>
                <a:schemeClr val="dk1"/>
              </a:buClr>
              <a:buSzPts val="1200"/>
              <a:buFont typeface="Open Sans Medium"/>
              <a:buChar char="■"/>
              <a:defRPr sz="1200">
                <a:solidFill>
                  <a:schemeClr val="dk1"/>
                </a:solidFill>
                <a:latin typeface="Open Sans Medium"/>
                <a:ea typeface="Open Sans Medium"/>
                <a:cs typeface="Open Sans Medium"/>
                <a:sym typeface="Open Sans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1" name="Shape 161"/>
        <p:cNvGrpSpPr/>
        <p:nvPr/>
      </p:nvGrpSpPr>
      <p:grpSpPr>
        <a:xfrm>
          <a:off x="0" y="0"/>
          <a:ext cx="0" cy="0"/>
          <a:chOff x="0" y="0"/>
          <a:chExt cx="0" cy="0"/>
        </a:xfrm>
      </p:grpSpPr>
      <p:sp>
        <p:nvSpPr>
          <p:cNvPr id="162" name="Google Shape;162;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63" name="Google Shape;163;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4.jp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 Id="rId3" Type="http://schemas.openxmlformats.org/officeDocument/2006/relationships/image" Target="../media/image1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siHU8NmbIlJzTqspENyRAobKbEILInSse4ljTrQ8HbY/copy" TargetMode="External"/><Relationship Id="rId5"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11.jpg"/><Relationship Id="rId4" Type="http://schemas.openxmlformats.org/officeDocument/2006/relationships/image" Target="../media/image15.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hyperlink" Target="https://docs.google.com/spreadsheets/d/1siHU8NmbIlJzTqspENyRAobKbEILInSse4ljTrQ8HbY/copy" TargetMode="External"/><Relationship Id="rId4" Type="http://schemas.openxmlformats.org/officeDocument/2006/relationships/image" Target="../media/image8.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siHU8NmbIlJzTqspENyRAobKbEILInSse4ljTrQ8HbY/copy" TargetMode="External"/><Relationship Id="rId5" Type="http://schemas.openxmlformats.org/officeDocument/2006/relationships/image" Target="../media/image5.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13.jpg"/></Relationships>
</file>

<file path=ppt/slides/_rels/slide21.xml.rels><?xml version="1.0" encoding="UTF-8" standalone="yes"?><Relationships xmlns="http://schemas.openxmlformats.org/package/2006/relationships"><Relationship Id="rId11" Type="http://schemas.openxmlformats.org/officeDocument/2006/relationships/hyperlink" Target="https://www.freepik.com/free-photo/close-up-smiley-women-working_22892700.htm/?utm_source=slidesgo_template&amp;utm_medium=referral-link&amp;utm_campaign=sg_resources&amp;utm_content=freepik" TargetMode="External"/><Relationship Id="rId10" Type="http://schemas.openxmlformats.org/officeDocument/2006/relationships/hyperlink" Target="https://www.freepik.com/free-photo/smiley-woman-working-call-center-office_22196811.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photo/close-up-person-working-call-center_22896187.htm/?utm_source=slidesgo_template&amp;utm_medium=referral-link&amp;utm_campaign=sg_resources&amp;utm_content=freepik" TargetMode="External"/><Relationship Id="rId4" Type="http://schemas.openxmlformats.org/officeDocument/2006/relationships/hyperlink" Target="https://www.freepik.com/free-photo/office-worker-using-finance-graphs_42621775.htm/?utm_source=slidesgo_template&amp;utm_medium=referral-link&amp;utm_campaign=sg_resources&amp;utm_content=freepik" TargetMode="External"/><Relationship Id="rId9" Type="http://schemas.openxmlformats.org/officeDocument/2006/relationships/hyperlink" Target="https://www.freepik.com/free-photo/medium-shot-woman-working-laptop_22632367.htm/?utm_source=slidesgo_template&amp;utm_medium=referral-link&amp;utm_campaign=sg_resources&amp;utm_content=freepik" TargetMode="External"/><Relationship Id="rId5" Type="http://schemas.openxmlformats.org/officeDocument/2006/relationships/hyperlink" Target="https://www.freepik.com/free-photo/colleagues-working-together-call-center-office_22196746.htm/?utm_source=slidesgo_template&amp;utm_medium=referral-link&amp;utm_campaign=sg_resources&amp;utm_content=freepik" TargetMode="External"/><Relationship Id="rId6" Type="http://schemas.openxmlformats.org/officeDocument/2006/relationships/hyperlink" Target="https://www.freepik.com/free-photo/colleagues-working-together-call-center-with-headphones_22196560.htm/?utm_source=slidesgo_template&amp;utm_medium=referral-link&amp;utm_campaign=sg_resources&amp;utm_content=freepik" TargetMode="External"/><Relationship Id="rId7" Type="http://schemas.openxmlformats.org/officeDocument/2006/relationships/hyperlink" Target="https://www.freepik.com/free-photo/close-up-person-working-call-center_22896224.htm/?utm_source=slidesgo_template&amp;utm_medium=referral-link&amp;utm_campaign=sg_resources&amp;utm_content=freepik" TargetMode="External"/><Relationship Id="rId8" Type="http://schemas.openxmlformats.org/officeDocument/2006/relationships/hyperlink" Target="https://www.freepik.com/free-photo/people-working-call-center_22896179.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0" Type="http://schemas.openxmlformats.org/officeDocument/2006/relationships/hyperlink" Target="https://www.freepik.com/free-psd/flat-design-lifestyle-template_42057199.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hoto/medium-shot-woman-working-office-travel-agency_43568643.htm/?utm_source=slidesgo_template&amp;utm_medium=referral-link&amp;utm_campaign=sg_resources&amp;utm_content=freepik" TargetMode="External"/><Relationship Id="rId4" Type="http://schemas.openxmlformats.org/officeDocument/2006/relationships/hyperlink" Target="https://www.freepik.com/free-photo/office-workers-using-finance-graphs_42621743.htm/?utm_source=slidesgo_template&amp;utm_medium=referral-link&amp;utm_campaign=sg_resources&amp;utm_content=freepik" TargetMode="External"/><Relationship Id="rId9" Type="http://schemas.openxmlformats.org/officeDocument/2006/relationships/hyperlink" Target="https://www.freepik.com/free-photo/colleagues-working-together-call-center-office_22196747.htm/?utm_source=slidesgo_template&amp;utm_medium=referral-link&amp;utm_campaign=sg_resources&amp;utm_content=freepik" TargetMode="External"/><Relationship Id="rId5" Type="http://schemas.openxmlformats.org/officeDocument/2006/relationships/hyperlink" Target="https://www.freepik.com/free-photo/medium-shot-female-economist-working-office_39551285.htm/?utm_source=slidesgo_template&amp;utm_medium=referral-link&amp;utm_campaign=sg_resources&amp;utm_content=freepik" TargetMode="External"/><Relationship Id="rId6" Type="http://schemas.openxmlformats.org/officeDocument/2006/relationships/hyperlink" Target="https://www.freepik.com/free-photo/interior-designer-working-out-office_42115027.htm/?utm_source=slidesgo_template&amp;utm_medium=referral-link&amp;utm_campaign=sg_resources&amp;utm_content=freepik" TargetMode="External"/><Relationship Id="rId7" Type="http://schemas.openxmlformats.org/officeDocument/2006/relationships/hyperlink" Target="https://www.freepik.com/free-photo/medium-shot-female-economist-working-laptop_39550702.htm/?utm_source=slidesgo_template&amp;utm_medium=referral-link&amp;utm_campaign=sg_resources&amp;utm_content=freepik" TargetMode="External"/><Relationship Id="rId8" Type="http://schemas.openxmlformats.org/officeDocument/2006/relationships/hyperlink" Target="https://www.freepik.com/free-photo/people-working-call-center_2289616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Monda" TargetMode="External"/><Relationship Id="rId4" Type="http://schemas.openxmlformats.org/officeDocument/2006/relationships/hyperlink" Target="https://fonts.google.com/specimen/Open+Sans"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3.png"/><Relationship Id="rId14" Type="http://schemas.openxmlformats.org/officeDocument/2006/relationships/image" Target="../media/image4.png"/><Relationship Id="rId17" Type="http://schemas.openxmlformats.org/officeDocument/2006/relationships/image" Target="../media/image7.png"/><Relationship Id="rId16" Type="http://schemas.openxmlformats.org/officeDocument/2006/relationships/image" Target="../media/image6.png"/><Relationship Id="rId5"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 name="Shape 170"/>
        <p:cNvGrpSpPr/>
        <p:nvPr/>
      </p:nvGrpSpPr>
      <p:grpSpPr>
        <a:xfrm>
          <a:off x="0" y="0"/>
          <a:ext cx="0" cy="0"/>
          <a:chOff x="0" y="0"/>
          <a:chExt cx="0" cy="0"/>
        </a:xfrm>
      </p:grpSpPr>
      <p:sp>
        <p:nvSpPr>
          <p:cNvPr id="171" name="Google Shape;171;p28"/>
          <p:cNvSpPr/>
          <p:nvPr/>
        </p:nvSpPr>
        <p:spPr>
          <a:xfrm flipH="1" rot="10800000">
            <a:off x="290400" y="-106975"/>
            <a:ext cx="2760600" cy="1680300"/>
          </a:xfrm>
          <a:prstGeom prst="round2SameRect">
            <a:avLst>
              <a:gd fmla="val 31395" name="adj1"/>
              <a:gd fmla="val 0" name="adj2"/>
            </a:avLst>
          </a:prstGeom>
          <a:noFill/>
          <a:ln cap="flat" cmpd="sng" w="1524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8"/>
          <p:cNvSpPr txBox="1"/>
          <p:nvPr>
            <p:ph type="ctrTitle"/>
          </p:nvPr>
        </p:nvSpPr>
        <p:spPr>
          <a:xfrm>
            <a:off x="3769400" y="1339838"/>
            <a:ext cx="4614900" cy="179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000"/>
              <a:t>Call Center</a:t>
            </a:r>
            <a:r>
              <a:rPr lang="en"/>
              <a:t> </a:t>
            </a:r>
            <a:r>
              <a:rPr lang="en" sz="4100">
                <a:solidFill>
                  <a:schemeClr val="dk2"/>
                </a:solidFill>
              </a:rPr>
              <a:t>Project Proposal</a:t>
            </a:r>
            <a:endParaRPr sz="4100">
              <a:solidFill>
                <a:schemeClr val="dk2"/>
              </a:solidFill>
            </a:endParaRPr>
          </a:p>
        </p:txBody>
      </p:sp>
      <p:sp>
        <p:nvSpPr>
          <p:cNvPr id="173" name="Google Shape;173;p28"/>
          <p:cNvSpPr txBox="1"/>
          <p:nvPr>
            <p:ph idx="1" type="subTitle"/>
          </p:nvPr>
        </p:nvSpPr>
        <p:spPr>
          <a:xfrm>
            <a:off x="3769400" y="3327863"/>
            <a:ext cx="46149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174" name="Google Shape;174;p28"/>
          <p:cNvPicPr preferRelativeResize="0"/>
          <p:nvPr>
            <p:ph idx="2" type="pic"/>
          </p:nvPr>
        </p:nvPicPr>
        <p:blipFill rotWithShape="1">
          <a:blip r:embed="rId3">
            <a:alphaModFix/>
          </a:blip>
          <a:srcRect b="16110" l="14465" r="16360" t="16117"/>
          <a:stretch/>
        </p:blipFill>
        <p:spPr>
          <a:xfrm>
            <a:off x="713225" y="539500"/>
            <a:ext cx="2760600" cy="4064400"/>
          </a:xfrm>
          <a:prstGeom prst="round2DiagRect">
            <a:avLst>
              <a:gd fmla="val 16667" name="adj1"/>
              <a:gd fmla="val 0" name="adj2"/>
            </a:avLst>
          </a:prstGeom>
        </p:spPr>
      </p:pic>
      <p:sp>
        <p:nvSpPr>
          <p:cNvPr id="175" name="Google Shape;175;p28"/>
          <p:cNvSpPr/>
          <p:nvPr/>
        </p:nvSpPr>
        <p:spPr>
          <a:xfrm>
            <a:off x="1034975" y="3997100"/>
            <a:ext cx="2760600" cy="3249300"/>
          </a:xfrm>
          <a:prstGeom prst="round2SameRect">
            <a:avLst>
              <a:gd fmla="val 31395" name="adj1"/>
              <a:gd fmla="val 0" name="adj2"/>
            </a:avLst>
          </a:prstGeom>
          <a:noFill/>
          <a:ln cap="flat" cmpd="sng" w="1524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 name="Shape 179"/>
        <p:cNvGrpSpPr/>
        <p:nvPr/>
      </p:nvGrpSpPr>
      <p:grpSpPr>
        <a:xfrm>
          <a:off x="0" y="0"/>
          <a:ext cx="0" cy="0"/>
          <a:chOff x="0" y="0"/>
          <a:chExt cx="0" cy="0"/>
        </a:xfrm>
      </p:grpSpPr>
      <p:sp>
        <p:nvSpPr>
          <p:cNvPr id="180" name="Google Shape;180;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181" name="Google Shape;181;p29"/>
          <p:cNvSpPr txBox="1"/>
          <p:nvPr>
            <p:ph idx="1" type="body"/>
          </p:nvPr>
        </p:nvSpPr>
        <p:spPr>
          <a:xfrm>
            <a:off x="720000" y="1164291"/>
            <a:ext cx="7704000" cy="4635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t>You can delete this slide when you’re done editing the presentation</a:t>
            </a:r>
            <a:endParaRPr/>
          </a:p>
        </p:txBody>
      </p:sp>
      <p:graphicFrame>
        <p:nvGraphicFramePr>
          <p:cNvPr id="182" name="Google Shape;182;p29"/>
          <p:cNvGraphicFramePr/>
          <p:nvPr/>
        </p:nvGraphicFramePr>
        <p:xfrm>
          <a:off x="720000" y="1767225"/>
          <a:ext cx="3000000" cy="3000000"/>
        </p:xfrm>
        <a:graphic>
          <a:graphicData uri="http://schemas.openxmlformats.org/drawingml/2006/table">
            <a:tbl>
              <a:tblPr>
                <a:noFill/>
                <a:tableStyleId>{D20E3AAB-C825-45CB-85BA-CBA2437CDD15}</a:tableStyleId>
              </a:tblPr>
              <a:tblGrid>
                <a:gridCol w="2619875"/>
                <a:gridCol w="5084125"/>
              </a:tblGrid>
              <a:tr h="361525">
                <a:tc>
                  <a:txBody>
                    <a:bodyPr/>
                    <a:lstStyle/>
                    <a:p>
                      <a:pPr indent="0" lvl="0" marL="0" rtl="0" algn="l">
                        <a:spcBef>
                          <a:spcPts val="0"/>
                        </a:spcBef>
                        <a:spcAft>
                          <a:spcPts val="0"/>
                        </a:spcAft>
                        <a:buNone/>
                      </a:pPr>
                      <a:r>
                        <a:rPr b="1" lang="en" sz="1100" u="sng">
                          <a:solidFill>
                            <a:schemeClr val="dk1"/>
                          </a:solidFill>
                          <a:latin typeface="Monda"/>
                          <a:ea typeface="Monda"/>
                          <a:cs typeface="Monda"/>
                          <a:sym typeface="Monda"/>
                          <a:hlinkClick action="ppaction://hlinksldjump" r:id="rId3">
                            <a:extLst>
                              <a:ext uri="{A12FA001-AC4F-418D-AE19-62706E023703}">
                                <ahyp:hlinkClr val="tx"/>
                              </a:ext>
                            </a:extLst>
                          </a:hlinkClick>
                        </a:rPr>
                        <a:t>Fonts</a:t>
                      </a:r>
                      <a:endParaRPr b="1" sz="1100" u="sng">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Open Sans Medium"/>
                          <a:ea typeface="Open Sans Medium"/>
                          <a:cs typeface="Open Sans Medium"/>
                          <a:sym typeface="Open Sans Medium"/>
                        </a:rPr>
                        <a:t>To view this template correctly in PowerPoint, download and install the fonts we used</a:t>
                      </a:r>
                      <a:endParaRPr sz="10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1525">
                <a:tc>
                  <a:txBody>
                    <a:bodyPr/>
                    <a:lstStyle/>
                    <a:p>
                      <a:pPr indent="0" lvl="0" marL="0" rtl="0" algn="l">
                        <a:spcBef>
                          <a:spcPts val="0"/>
                        </a:spcBef>
                        <a:spcAft>
                          <a:spcPts val="0"/>
                        </a:spcAft>
                        <a:buNone/>
                      </a:pPr>
                      <a:r>
                        <a:rPr b="1" lang="en" sz="1100" u="sng">
                          <a:solidFill>
                            <a:schemeClr val="dk1"/>
                          </a:solidFill>
                          <a:latin typeface="Monda"/>
                          <a:ea typeface="Monda"/>
                          <a:cs typeface="Monda"/>
                          <a:sym typeface="Monda"/>
                          <a:hlinkClick action="ppaction://hlinksldjump" r:id="rId4">
                            <a:extLst>
                              <a:ext uri="{A12FA001-AC4F-418D-AE19-62706E023703}">
                                <ahyp:hlinkClr val="tx"/>
                              </a:ext>
                            </a:extLst>
                          </a:hlinkClick>
                        </a:rPr>
                        <a:t>Used</a:t>
                      </a:r>
                      <a:r>
                        <a:rPr b="1" lang="en" sz="1100">
                          <a:solidFill>
                            <a:schemeClr val="dk1"/>
                          </a:solidFill>
                          <a:latin typeface="Monda"/>
                          <a:ea typeface="Monda"/>
                          <a:cs typeface="Monda"/>
                          <a:sym typeface="Monda"/>
                        </a:rPr>
                        <a:t> and </a:t>
                      </a:r>
                      <a:r>
                        <a:rPr b="1" lang="en" sz="1100" u="sng">
                          <a:solidFill>
                            <a:schemeClr val="dk1"/>
                          </a:solidFill>
                          <a:latin typeface="Monda"/>
                          <a:ea typeface="Monda"/>
                          <a:cs typeface="Monda"/>
                          <a:sym typeface="Monda"/>
                          <a:hlinkClick action="ppaction://hlinksldjump" r:id="rId5">
                            <a:extLst>
                              <a:ext uri="{A12FA001-AC4F-418D-AE19-62706E023703}">
                                <ahyp:hlinkClr val="tx"/>
                              </a:ext>
                            </a:extLst>
                          </a:hlinkClick>
                        </a:rPr>
                        <a:t>alternative</a:t>
                      </a:r>
                      <a:r>
                        <a:rPr b="1" lang="en" sz="1100" u="sng">
                          <a:solidFill>
                            <a:schemeClr val="dk1"/>
                          </a:solidFill>
                          <a:latin typeface="Monda"/>
                          <a:ea typeface="Monda"/>
                          <a:cs typeface="Monda"/>
                          <a:sym typeface="Monda"/>
                          <a:hlinkClick action="ppaction://hlinksldjump" r:id="rId6">
                            <a:extLst>
                              <a:ext uri="{A12FA001-AC4F-418D-AE19-62706E023703}">
                                <ahyp:hlinkClr val="tx"/>
                              </a:ext>
                            </a:extLst>
                          </a:hlinkClick>
                        </a:rPr>
                        <a:t> resources</a:t>
                      </a:r>
                      <a:endParaRPr b="1" sz="1100" u="sng">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Open Sans Medium"/>
                          <a:ea typeface="Open Sans Medium"/>
                          <a:cs typeface="Open Sans Medium"/>
                          <a:sym typeface="Open Sans Medium"/>
                        </a:rPr>
                        <a:t>An assortment of graphic resources that are suitable for use in this presentation</a:t>
                      </a:r>
                      <a:endParaRPr sz="10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1525">
                <a:tc>
                  <a:txBody>
                    <a:bodyPr/>
                    <a:lstStyle/>
                    <a:p>
                      <a:pPr indent="0" lvl="0" marL="0" rtl="0" algn="l">
                        <a:spcBef>
                          <a:spcPts val="0"/>
                        </a:spcBef>
                        <a:spcAft>
                          <a:spcPts val="0"/>
                        </a:spcAft>
                        <a:buNone/>
                      </a:pPr>
                      <a:r>
                        <a:rPr b="1" lang="en" sz="1100" u="sng">
                          <a:solidFill>
                            <a:schemeClr val="dk1"/>
                          </a:solidFill>
                          <a:latin typeface="Monda"/>
                          <a:ea typeface="Monda"/>
                          <a:cs typeface="Monda"/>
                          <a:sym typeface="Monda"/>
                          <a:hlinkClick action="ppaction://hlinksldjump" r:id="rId7">
                            <a:extLst>
                              <a:ext uri="{A12FA001-AC4F-418D-AE19-62706E023703}">
                                <ahyp:hlinkClr val="tx"/>
                              </a:ext>
                            </a:extLst>
                          </a:hlinkClick>
                        </a:rPr>
                        <a:t>Thanks slide</a:t>
                      </a:r>
                      <a:endParaRPr b="1" sz="1100" u="sng">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Open Sans Medium"/>
                          <a:ea typeface="Open Sans Medium"/>
                          <a:cs typeface="Open Sans Medium"/>
                          <a:sym typeface="Open Sans Medium"/>
                        </a:rPr>
                        <a:t>You must keep it so that proper credits for our design are given</a:t>
                      </a:r>
                      <a:endParaRPr sz="10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1525">
                <a:tc>
                  <a:txBody>
                    <a:bodyPr/>
                    <a:lstStyle/>
                    <a:p>
                      <a:pPr indent="0" lvl="0" marL="0" rtl="0" algn="l">
                        <a:spcBef>
                          <a:spcPts val="0"/>
                        </a:spcBef>
                        <a:spcAft>
                          <a:spcPts val="0"/>
                        </a:spcAft>
                        <a:buNone/>
                      </a:pPr>
                      <a:r>
                        <a:rPr b="1" lang="en" sz="1100" u="sng">
                          <a:solidFill>
                            <a:schemeClr val="dk1"/>
                          </a:solidFill>
                          <a:latin typeface="Monda"/>
                          <a:ea typeface="Monda"/>
                          <a:cs typeface="Monda"/>
                          <a:sym typeface="Monda"/>
                          <a:hlinkClick action="ppaction://hlinksldjump" r:id="rId8">
                            <a:extLst>
                              <a:ext uri="{A12FA001-AC4F-418D-AE19-62706E023703}">
                                <ahyp:hlinkClr val="tx"/>
                              </a:ext>
                            </a:extLst>
                          </a:hlinkClick>
                        </a:rPr>
                        <a:t>Colors</a:t>
                      </a:r>
                      <a:endParaRPr b="1" sz="1100" u="sng">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Open Sans Medium"/>
                          <a:ea typeface="Open Sans Medium"/>
                          <a:cs typeface="Open Sans Medium"/>
                          <a:sym typeface="Open Sans Medium"/>
                        </a:rPr>
                        <a:t>All the colors used in this presentation</a:t>
                      </a:r>
                      <a:endParaRPr sz="10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1525">
                <a:tc>
                  <a:txBody>
                    <a:bodyPr/>
                    <a:lstStyle/>
                    <a:p>
                      <a:pPr indent="0" lvl="0" marL="0" rtl="0" algn="l">
                        <a:spcBef>
                          <a:spcPts val="0"/>
                        </a:spcBef>
                        <a:spcAft>
                          <a:spcPts val="0"/>
                        </a:spcAft>
                        <a:buNone/>
                      </a:pPr>
                      <a:r>
                        <a:rPr b="1" lang="en" sz="1100" u="sng">
                          <a:solidFill>
                            <a:schemeClr val="dk1"/>
                          </a:solidFill>
                          <a:latin typeface="Monda"/>
                          <a:ea typeface="Monda"/>
                          <a:cs typeface="Monda"/>
                          <a:sym typeface="Monda"/>
                          <a:hlinkClick action="ppaction://hlinksldjump" r:id="rId9">
                            <a:extLst>
                              <a:ext uri="{A12FA001-AC4F-418D-AE19-62706E023703}">
                                <ahyp:hlinkClr val="tx"/>
                              </a:ext>
                            </a:extLst>
                          </a:hlinkClick>
                        </a:rPr>
                        <a:t>Icons</a:t>
                      </a:r>
                      <a:r>
                        <a:rPr b="1" lang="en" sz="1100">
                          <a:solidFill>
                            <a:schemeClr val="dk1"/>
                          </a:solidFill>
                          <a:latin typeface="Monda"/>
                          <a:ea typeface="Monda"/>
                          <a:cs typeface="Monda"/>
                          <a:sym typeface="Monda"/>
                        </a:rPr>
                        <a:t> and </a:t>
                      </a:r>
                      <a:r>
                        <a:rPr b="1" lang="en" sz="1100" u="sng">
                          <a:solidFill>
                            <a:schemeClr val="dk1"/>
                          </a:solidFill>
                          <a:latin typeface="Monda"/>
                          <a:ea typeface="Monda"/>
                          <a:cs typeface="Monda"/>
                          <a:sym typeface="Monda"/>
                          <a:hlinkClick action="ppaction://hlinksldjump" r:id="rId10">
                            <a:extLst>
                              <a:ext uri="{A12FA001-AC4F-418D-AE19-62706E023703}">
                                <ahyp:hlinkClr val="tx"/>
                              </a:ext>
                            </a:extLst>
                          </a:hlinkClick>
                        </a:rPr>
                        <a:t>infographic resources</a:t>
                      </a:r>
                      <a:endParaRPr b="1" sz="1100" u="sng">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Open Sans Medium"/>
                          <a:ea typeface="Open Sans Medium"/>
                          <a:cs typeface="Open Sans Medium"/>
                          <a:sym typeface="Open Sans Medium"/>
                        </a:rPr>
                        <a:t>These can be used in the template, and their size and color can be edited</a:t>
                      </a:r>
                      <a:endParaRPr sz="10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1525">
                <a:tc>
                  <a:txBody>
                    <a:bodyPr/>
                    <a:lstStyle/>
                    <a:p>
                      <a:pPr indent="0" lvl="0" marL="0" rtl="0" algn="l">
                        <a:spcBef>
                          <a:spcPts val="0"/>
                        </a:spcBef>
                        <a:spcAft>
                          <a:spcPts val="0"/>
                        </a:spcAft>
                        <a:buNone/>
                      </a:pPr>
                      <a:r>
                        <a:rPr b="1" lang="en" sz="1100">
                          <a:solidFill>
                            <a:schemeClr val="dk1"/>
                          </a:solidFill>
                          <a:latin typeface="Monda"/>
                          <a:ea typeface="Monda"/>
                          <a:cs typeface="Monda"/>
                          <a:sym typeface="Monda"/>
                        </a:rPr>
                        <a:t>Editable presentation theme </a:t>
                      </a:r>
                      <a:endParaRPr b="1" sz="11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Open Sans Medium"/>
                          <a:ea typeface="Open Sans Medium"/>
                          <a:cs typeface="Open Sans Medium"/>
                          <a:sym typeface="Open Sans Medium"/>
                        </a:rPr>
                        <a:t>You can edit the master slides easily. For more info, click </a:t>
                      </a:r>
                      <a:r>
                        <a:rPr b="1" lang="en" sz="1000" u="sng">
                          <a:solidFill>
                            <a:schemeClr val="dk1"/>
                          </a:solidFill>
                          <a:latin typeface="Open Sans"/>
                          <a:ea typeface="Open Sans"/>
                          <a:cs typeface="Open Sans"/>
                          <a:sym typeface="Open Sans"/>
                          <a:hlinkClick r:id="rId11">
                            <a:extLst>
                              <a:ext uri="{A12FA001-AC4F-418D-AE19-62706E023703}">
                                <ahyp:hlinkClr val="tx"/>
                              </a:ext>
                            </a:extLst>
                          </a:hlinkClick>
                        </a:rPr>
                        <a:t>here</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
        <p:nvSpPr>
          <p:cNvPr id="183" name="Google Shape;183;p29"/>
          <p:cNvSpPr txBox="1"/>
          <p:nvPr/>
        </p:nvSpPr>
        <p:spPr>
          <a:xfrm>
            <a:off x="720007" y="4133675"/>
            <a:ext cx="2643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Open Sans Medium"/>
                <a:ea typeface="Open Sans Medium"/>
                <a:cs typeface="Open Sans Medium"/>
                <a:sym typeface="Open Sans Medium"/>
              </a:rPr>
              <a:t>For more info:</a:t>
            </a:r>
            <a:br>
              <a:rPr lang="en" sz="1000">
                <a:solidFill>
                  <a:schemeClr val="dk1"/>
                </a:solidFill>
                <a:latin typeface="Open Sans Medium"/>
                <a:ea typeface="Open Sans Medium"/>
                <a:cs typeface="Open Sans Medium"/>
                <a:sym typeface="Open Sans Medium"/>
              </a:rPr>
            </a:br>
            <a:r>
              <a:rPr b="1" lang="en" sz="1000" u="sng">
                <a:solidFill>
                  <a:schemeClr val="dk1"/>
                </a:solidFill>
                <a:latin typeface="Open Sans"/>
                <a:ea typeface="Open Sans"/>
                <a:cs typeface="Open Sans"/>
                <a:sym typeface="Open Sans"/>
                <a:hlinkClick r:id="rId12">
                  <a:extLst>
                    <a:ext uri="{A12FA001-AC4F-418D-AE19-62706E023703}">
                      <ahyp:hlinkClr val="tx"/>
                    </a:ext>
                  </a:extLst>
                </a:hlinkClick>
              </a:rPr>
              <a:t>Slidesgo</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3">
                  <a:extLst>
                    <a:ext uri="{A12FA001-AC4F-418D-AE19-62706E023703}">
                      <ahyp:hlinkClr val="tx"/>
                    </a:ext>
                  </a:extLst>
                </a:hlinkClick>
              </a:rPr>
              <a:t>Blog</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4">
                  <a:extLst>
                    <a:ext uri="{A12FA001-AC4F-418D-AE19-62706E023703}">
                      <ahyp:hlinkClr val="tx"/>
                    </a:ext>
                  </a:extLst>
                </a:hlinkClick>
              </a:rPr>
              <a:t>Faqs</a:t>
            </a:r>
            <a:endParaRPr b="1" sz="1000" u="sng">
              <a:solidFill>
                <a:schemeClr val="dk1"/>
              </a:solidFill>
              <a:latin typeface="Open Sans"/>
              <a:ea typeface="Open Sans"/>
              <a:cs typeface="Open Sans"/>
              <a:sym typeface="Open Sans"/>
            </a:endParaRPr>
          </a:p>
        </p:txBody>
      </p:sp>
      <p:sp>
        <p:nvSpPr>
          <p:cNvPr id="184" name="Google Shape;184;p29"/>
          <p:cNvSpPr txBox="1"/>
          <p:nvPr/>
        </p:nvSpPr>
        <p:spPr>
          <a:xfrm>
            <a:off x="3339876" y="4133675"/>
            <a:ext cx="50910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Open Sans Medium"/>
                <a:ea typeface="Open Sans Medium"/>
                <a:cs typeface="Open Sans Medium"/>
                <a:sym typeface="Open Sans Medium"/>
              </a:rPr>
              <a:t>You can visit our sister </a:t>
            </a:r>
            <a:r>
              <a:rPr lang="en" sz="1000">
                <a:solidFill>
                  <a:schemeClr val="dk1"/>
                </a:solidFill>
                <a:latin typeface="Open Sans Medium"/>
                <a:ea typeface="Open Sans Medium"/>
                <a:cs typeface="Open Sans Medium"/>
                <a:sym typeface="Open Sans Medium"/>
              </a:rPr>
              <a:t>projects</a:t>
            </a:r>
            <a:r>
              <a:rPr lang="en" sz="1000">
                <a:solidFill>
                  <a:schemeClr val="dk1"/>
                </a:solidFill>
                <a:latin typeface="Open Sans Medium"/>
                <a:ea typeface="Open Sans Medium"/>
                <a:cs typeface="Open Sans Medium"/>
                <a:sym typeface="Open Sans Medium"/>
              </a:rPr>
              <a:t>:</a:t>
            </a:r>
            <a:br>
              <a:rPr lang="en" sz="1000">
                <a:solidFill>
                  <a:schemeClr val="dk1"/>
                </a:solidFill>
                <a:latin typeface="Open Sans Medium"/>
                <a:ea typeface="Open Sans Medium"/>
                <a:cs typeface="Open Sans Medium"/>
                <a:sym typeface="Open Sans Medium"/>
              </a:rPr>
            </a:br>
            <a:r>
              <a:rPr b="1" lang="en" sz="1000" u="sng">
                <a:solidFill>
                  <a:schemeClr val="dk1"/>
                </a:solidFill>
                <a:latin typeface="Open Sans"/>
                <a:ea typeface="Open Sans"/>
                <a:cs typeface="Open Sans"/>
                <a:sym typeface="Open Sans"/>
                <a:hlinkClick r:id="rId15">
                  <a:extLst>
                    <a:ext uri="{A12FA001-AC4F-418D-AE19-62706E023703}">
                      <ahyp:hlinkClr val="tx"/>
                    </a:ext>
                  </a:extLst>
                </a:hlinkClick>
              </a:rPr>
              <a:t>Freepik</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6">
                  <a:extLst>
                    <a:ext uri="{A12FA001-AC4F-418D-AE19-62706E023703}">
                      <ahyp:hlinkClr val="tx"/>
                    </a:ext>
                  </a:extLst>
                </a:hlinkClick>
              </a:rPr>
              <a:t>Flaticon</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7">
                  <a:extLst>
                    <a:ext uri="{A12FA001-AC4F-418D-AE19-62706E023703}">
                      <ahyp:hlinkClr val="tx"/>
                    </a:ext>
                  </a:extLst>
                </a:hlinkClick>
              </a:rPr>
              <a:t>Storyset</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8">
                  <a:extLst>
                    <a:ext uri="{A12FA001-AC4F-418D-AE19-62706E023703}">
                      <ahyp:hlinkClr val="tx"/>
                    </a:ext>
                  </a:extLst>
                </a:hlinkClick>
              </a:rPr>
              <a:t>Wepik</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9">
                  <a:extLst>
                    <a:ext uri="{A12FA001-AC4F-418D-AE19-62706E023703}">
                      <ahyp:hlinkClr val="tx"/>
                    </a:ext>
                  </a:extLst>
                </a:hlinkClick>
              </a:rPr>
              <a:t>Videvo</a:t>
            </a:r>
            <a:endParaRPr b="1" sz="1000">
              <a:solidFill>
                <a:schemeClr val="dk1"/>
              </a:solidFill>
              <a:latin typeface="Open Sans"/>
              <a:ea typeface="Open Sans"/>
              <a:cs typeface="Open Sans"/>
              <a:sym typeface="Open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 name="Shape 188"/>
        <p:cNvGrpSpPr/>
        <p:nvPr/>
      </p:nvGrpSpPr>
      <p:grpSpPr>
        <a:xfrm>
          <a:off x="0" y="0"/>
          <a:ext cx="0" cy="0"/>
          <a:chOff x="0" y="0"/>
          <a:chExt cx="0" cy="0"/>
        </a:xfrm>
      </p:grpSpPr>
      <p:sp>
        <p:nvSpPr>
          <p:cNvPr id="189" name="Google Shape;189;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190" name="Google Shape;190;p30"/>
          <p:cNvSpPr txBox="1"/>
          <p:nvPr>
            <p:ph idx="2" type="title"/>
          </p:nvPr>
        </p:nvSpPr>
        <p:spPr>
          <a:xfrm>
            <a:off x="1618650" y="14808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91" name="Google Shape;191;p30"/>
          <p:cNvSpPr txBox="1"/>
          <p:nvPr>
            <p:ph idx="3" type="title"/>
          </p:nvPr>
        </p:nvSpPr>
        <p:spPr>
          <a:xfrm>
            <a:off x="1618650" y="29142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92" name="Google Shape;192;p30"/>
          <p:cNvSpPr txBox="1"/>
          <p:nvPr>
            <p:ph idx="4" type="title"/>
          </p:nvPr>
        </p:nvSpPr>
        <p:spPr>
          <a:xfrm>
            <a:off x="4204650" y="14808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93" name="Google Shape;193;p30"/>
          <p:cNvSpPr txBox="1"/>
          <p:nvPr>
            <p:ph idx="5" type="title"/>
          </p:nvPr>
        </p:nvSpPr>
        <p:spPr>
          <a:xfrm>
            <a:off x="4204650" y="29142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94" name="Google Shape;194;p30"/>
          <p:cNvSpPr txBox="1"/>
          <p:nvPr>
            <p:ph idx="6" type="title"/>
          </p:nvPr>
        </p:nvSpPr>
        <p:spPr>
          <a:xfrm>
            <a:off x="6790650" y="14808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95" name="Google Shape;195;p30"/>
          <p:cNvSpPr txBox="1"/>
          <p:nvPr>
            <p:ph idx="7" type="title"/>
          </p:nvPr>
        </p:nvSpPr>
        <p:spPr>
          <a:xfrm>
            <a:off x="6790650" y="29142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96" name="Google Shape;196;p30"/>
          <p:cNvSpPr txBox="1"/>
          <p:nvPr>
            <p:ph idx="1" type="subTitle"/>
          </p:nvPr>
        </p:nvSpPr>
        <p:spPr>
          <a:xfrm>
            <a:off x="720000" y="2035225"/>
            <a:ext cx="2532000" cy="44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197" name="Google Shape;197;p30"/>
          <p:cNvSpPr txBox="1"/>
          <p:nvPr>
            <p:ph idx="8" type="subTitle"/>
          </p:nvPr>
        </p:nvSpPr>
        <p:spPr>
          <a:xfrm>
            <a:off x="3306000" y="2035225"/>
            <a:ext cx="2532000" cy="44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98" name="Google Shape;198;p30"/>
          <p:cNvSpPr txBox="1"/>
          <p:nvPr>
            <p:ph idx="9" type="subTitle"/>
          </p:nvPr>
        </p:nvSpPr>
        <p:spPr>
          <a:xfrm>
            <a:off x="5892000" y="2035225"/>
            <a:ext cx="2532000" cy="44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199" name="Google Shape;199;p30"/>
          <p:cNvSpPr txBox="1"/>
          <p:nvPr>
            <p:ph idx="13" type="subTitle"/>
          </p:nvPr>
        </p:nvSpPr>
        <p:spPr>
          <a:xfrm>
            <a:off x="720000" y="3468700"/>
            <a:ext cx="2532000" cy="44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Solutions</a:t>
            </a:r>
            <a:endParaRPr/>
          </a:p>
        </p:txBody>
      </p:sp>
      <p:sp>
        <p:nvSpPr>
          <p:cNvPr id="200" name="Google Shape;200;p30"/>
          <p:cNvSpPr txBox="1"/>
          <p:nvPr>
            <p:ph idx="14" type="subTitle"/>
          </p:nvPr>
        </p:nvSpPr>
        <p:spPr>
          <a:xfrm>
            <a:off x="3306000" y="3468700"/>
            <a:ext cx="2532000" cy="44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Communication plan</a:t>
            </a:r>
            <a:endParaRPr/>
          </a:p>
        </p:txBody>
      </p:sp>
      <p:sp>
        <p:nvSpPr>
          <p:cNvPr id="201" name="Google Shape;201;p30"/>
          <p:cNvSpPr txBox="1"/>
          <p:nvPr>
            <p:ph idx="15" type="subTitle"/>
          </p:nvPr>
        </p:nvSpPr>
        <p:spPr>
          <a:xfrm>
            <a:off x="5892000" y="3468700"/>
            <a:ext cx="2532000" cy="44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 name="Shape 205"/>
        <p:cNvGrpSpPr/>
        <p:nvPr/>
      </p:nvGrpSpPr>
      <p:grpSpPr>
        <a:xfrm>
          <a:off x="0" y="0"/>
          <a:ext cx="0" cy="0"/>
          <a:chOff x="0" y="0"/>
          <a:chExt cx="0" cy="0"/>
        </a:xfrm>
      </p:grpSpPr>
      <p:sp>
        <p:nvSpPr>
          <p:cNvPr id="206" name="Google Shape;206;p31"/>
          <p:cNvSpPr/>
          <p:nvPr/>
        </p:nvSpPr>
        <p:spPr>
          <a:xfrm flipH="1" rot="5400000">
            <a:off x="7446225" y="1531825"/>
            <a:ext cx="1865100" cy="1229700"/>
          </a:xfrm>
          <a:prstGeom prst="round2SameRect">
            <a:avLst>
              <a:gd fmla="val 31395" name="adj1"/>
              <a:gd fmla="val 0" name="adj2"/>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1"/>
          <p:cNvSpPr/>
          <p:nvPr/>
        </p:nvSpPr>
        <p:spPr>
          <a:xfrm>
            <a:off x="5081225" y="168525"/>
            <a:ext cx="1285200" cy="128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1"/>
          <p:cNvSpPr txBox="1"/>
          <p:nvPr>
            <p:ph type="title"/>
          </p:nvPr>
        </p:nvSpPr>
        <p:spPr>
          <a:xfrm>
            <a:off x="713225" y="501850"/>
            <a:ext cx="4094400" cy="1042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t>
            </a:r>
            <a:r>
              <a:rPr lang="en"/>
              <a:t>ow to create a </a:t>
            </a:r>
            <a:r>
              <a:rPr lang="en">
                <a:solidFill>
                  <a:schemeClr val="dk2"/>
                </a:solidFill>
              </a:rPr>
              <a:t>project proposal</a:t>
            </a:r>
            <a:endParaRPr>
              <a:solidFill>
                <a:schemeClr val="dk2"/>
              </a:solidFill>
            </a:endParaRPr>
          </a:p>
        </p:txBody>
      </p:sp>
      <p:sp>
        <p:nvSpPr>
          <p:cNvPr id="209" name="Google Shape;209;p31"/>
          <p:cNvSpPr txBox="1"/>
          <p:nvPr>
            <p:ph idx="1" type="subTitle"/>
          </p:nvPr>
        </p:nvSpPr>
        <p:spPr>
          <a:xfrm>
            <a:off x="713225" y="1840475"/>
            <a:ext cx="4094400" cy="254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304800" lvl="0" marL="457200" rtl="0" algn="l">
              <a:spcBef>
                <a:spcPts val="1000"/>
              </a:spcBef>
              <a:spcAft>
                <a:spcPts val="0"/>
              </a:spcAft>
              <a:buSzPts val="1200"/>
              <a:buAutoNum type="arabicPeriod"/>
            </a:pPr>
            <a:r>
              <a:rPr lang="en"/>
              <a:t>Define the project objectives and timeline</a:t>
            </a:r>
            <a:endParaRPr/>
          </a:p>
          <a:p>
            <a:pPr indent="-304800" lvl="0" marL="457200" rtl="0" algn="l">
              <a:spcBef>
                <a:spcPts val="0"/>
              </a:spcBef>
              <a:spcAft>
                <a:spcPts val="0"/>
              </a:spcAft>
              <a:buSzPts val="1200"/>
              <a:buAutoNum type="arabicPeriod"/>
            </a:pPr>
            <a:r>
              <a:rPr lang="en"/>
              <a:t>Identify resources needed to complete the project</a:t>
            </a:r>
            <a:endParaRPr/>
          </a:p>
          <a:p>
            <a:pPr indent="-304800" lvl="0" marL="457200" rtl="0" algn="l">
              <a:spcBef>
                <a:spcPts val="0"/>
              </a:spcBef>
              <a:spcAft>
                <a:spcPts val="0"/>
              </a:spcAft>
              <a:buSzPts val="1200"/>
              <a:buAutoNum type="arabicPeriod"/>
            </a:pPr>
            <a:r>
              <a:rPr lang="en"/>
              <a:t>Develop a budget for the project and estimate any potential risks associated with it</a:t>
            </a:r>
            <a:endParaRPr/>
          </a:p>
          <a:p>
            <a:pPr indent="-304800" lvl="0" marL="457200" rtl="0" algn="l">
              <a:spcBef>
                <a:spcPts val="0"/>
              </a:spcBef>
              <a:spcAft>
                <a:spcPts val="0"/>
              </a:spcAft>
              <a:buSzPts val="1200"/>
              <a:buAutoNum type="arabicPeriod"/>
            </a:pPr>
            <a:r>
              <a:rPr lang="en"/>
              <a:t>Write down your proposed solution and provide supporting documents or evidence that prove its feasibility if necessary</a:t>
            </a:r>
            <a:endParaRPr/>
          </a:p>
          <a:p>
            <a:pPr indent="-304800" lvl="0" marL="457200" rtl="0" algn="l">
              <a:spcBef>
                <a:spcPts val="0"/>
              </a:spcBef>
              <a:spcAft>
                <a:spcPts val="0"/>
              </a:spcAft>
              <a:buSzPts val="1200"/>
              <a:buAutoNum type="arabicPeriod"/>
            </a:pPr>
            <a:r>
              <a:rPr lang="en"/>
              <a:t>Develop a communication plan to ensure key stakeholders are kept informed of progress throughout the entire process</a:t>
            </a:r>
            <a:endParaRPr/>
          </a:p>
        </p:txBody>
      </p:sp>
      <p:pic>
        <p:nvPicPr>
          <p:cNvPr id="210" name="Google Shape;210;p31"/>
          <p:cNvPicPr preferRelativeResize="0"/>
          <p:nvPr>
            <p:ph idx="2" type="pic"/>
          </p:nvPr>
        </p:nvPicPr>
        <p:blipFill rotWithShape="1">
          <a:blip r:embed="rId3">
            <a:alphaModFix/>
          </a:blip>
          <a:srcRect b="0" l="20420" r="34382" t="0"/>
          <a:stretch/>
        </p:blipFill>
        <p:spPr>
          <a:xfrm flipH="1">
            <a:off x="5670175" y="539550"/>
            <a:ext cx="2760600" cy="4064400"/>
          </a:xfrm>
          <a:prstGeom prst="round2DiagRect">
            <a:avLst>
              <a:gd fmla="val 16667" name="adj1"/>
              <a:gd fmla="val 0" name="adj2"/>
            </a:avLst>
          </a:prstGeom>
        </p:spPr>
      </p:pic>
      <p:sp>
        <p:nvSpPr>
          <p:cNvPr id="211" name="Google Shape;211;p31"/>
          <p:cNvSpPr/>
          <p:nvPr/>
        </p:nvSpPr>
        <p:spPr>
          <a:xfrm>
            <a:off x="4906575" y="4432525"/>
            <a:ext cx="1865100" cy="925800"/>
          </a:xfrm>
          <a:prstGeom prst="round2SameRect">
            <a:avLst>
              <a:gd fmla="val 31395" name="adj1"/>
              <a:gd fmla="val 0" name="adj2"/>
            </a:avLst>
          </a:prstGeom>
          <a:noFill/>
          <a:ln cap="flat" cmpd="sng" w="1143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 name="Shape 215"/>
        <p:cNvGrpSpPr/>
        <p:nvPr/>
      </p:nvGrpSpPr>
      <p:grpSpPr>
        <a:xfrm>
          <a:off x="0" y="0"/>
          <a:ext cx="0" cy="0"/>
          <a:chOff x="0" y="0"/>
          <a:chExt cx="0" cy="0"/>
        </a:xfrm>
      </p:grpSpPr>
      <p:sp>
        <p:nvSpPr>
          <p:cNvPr id="216" name="Google Shape;216;p32"/>
          <p:cNvSpPr/>
          <p:nvPr/>
        </p:nvSpPr>
        <p:spPr>
          <a:xfrm>
            <a:off x="288525" y="3441950"/>
            <a:ext cx="2760600" cy="3249300"/>
          </a:xfrm>
          <a:prstGeom prst="round2SameRect">
            <a:avLst>
              <a:gd fmla="val 31395" name="adj1"/>
              <a:gd fmla="val 0" name="adj2"/>
            </a:avLst>
          </a:prstGeom>
          <a:noFill/>
          <a:ln cap="flat" cmpd="sng" w="1524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p:nvPr/>
        </p:nvSpPr>
        <p:spPr>
          <a:xfrm rot="10800000">
            <a:off x="2439625" y="-139525"/>
            <a:ext cx="1731300" cy="1072500"/>
          </a:xfrm>
          <a:prstGeom prst="round2SameRect">
            <a:avLst>
              <a:gd fmla="val 40354" name="adj1"/>
              <a:gd fmla="val 0" name="adj2"/>
            </a:avLst>
          </a:prstGeom>
          <a:noFill/>
          <a:ln cap="flat" cmpd="sng" w="1143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txBox="1"/>
          <p:nvPr>
            <p:ph type="title"/>
          </p:nvPr>
        </p:nvSpPr>
        <p:spPr>
          <a:xfrm>
            <a:off x="4047175" y="2236925"/>
            <a:ext cx="4383600" cy="16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a:p>
            <a:pPr indent="0" lvl="0" marL="0" rtl="0" algn="l">
              <a:spcBef>
                <a:spcPts val="0"/>
              </a:spcBef>
              <a:spcAft>
                <a:spcPts val="0"/>
              </a:spcAft>
              <a:buNone/>
            </a:pPr>
            <a:r>
              <a:rPr lang="en"/>
              <a:t>of the project</a:t>
            </a:r>
            <a:endParaRPr/>
          </a:p>
        </p:txBody>
      </p:sp>
      <p:sp>
        <p:nvSpPr>
          <p:cNvPr id="219" name="Google Shape;219;p32"/>
          <p:cNvSpPr txBox="1"/>
          <p:nvPr>
            <p:ph idx="2" type="title"/>
          </p:nvPr>
        </p:nvSpPr>
        <p:spPr>
          <a:xfrm>
            <a:off x="4047175" y="1279975"/>
            <a:ext cx="1474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220" name="Google Shape;220;p32"/>
          <p:cNvPicPr preferRelativeResize="0"/>
          <p:nvPr>
            <p:ph idx="3" type="pic"/>
          </p:nvPr>
        </p:nvPicPr>
        <p:blipFill rotWithShape="1">
          <a:blip r:embed="rId3">
            <a:alphaModFix/>
          </a:blip>
          <a:srcRect b="2028" l="0" r="0" t="0"/>
          <a:stretch/>
        </p:blipFill>
        <p:spPr>
          <a:xfrm>
            <a:off x="713225" y="539500"/>
            <a:ext cx="2760600" cy="4064400"/>
          </a:xfrm>
          <a:prstGeom prst="round2DiagRect">
            <a:avLst>
              <a:gd fmla="val 16667" name="adj1"/>
              <a:gd fmla="val 0" name="adj2"/>
            </a:avLst>
          </a:prstGeom>
        </p:spPr>
      </p:pic>
      <p:sp>
        <p:nvSpPr>
          <p:cNvPr id="221" name="Google Shape;221;p32"/>
          <p:cNvSpPr/>
          <p:nvPr/>
        </p:nvSpPr>
        <p:spPr>
          <a:xfrm>
            <a:off x="7995150" y="0"/>
            <a:ext cx="2200800" cy="2200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3473825" y="4363250"/>
            <a:ext cx="1667700" cy="1667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 name="Shape 226"/>
        <p:cNvGrpSpPr/>
        <p:nvPr/>
      </p:nvGrpSpPr>
      <p:grpSpPr>
        <a:xfrm>
          <a:off x="0" y="0"/>
          <a:ext cx="0" cy="0"/>
          <a:chOff x="0" y="0"/>
          <a:chExt cx="0" cy="0"/>
        </a:xfrm>
      </p:grpSpPr>
      <p:sp>
        <p:nvSpPr>
          <p:cNvPr id="227" name="Google Shape;227;p33"/>
          <p:cNvSpPr txBox="1"/>
          <p:nvPr>
            <p:ph idx="4" type="subTitle"/>
          </p:nvPr>
        </p:nvSpPr>
        <p:spPr>
          <a:xfrm>
            <a:off x="4681825" y="1826200"/>
            <a:ext cx="37455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goal</a:t>
            </a:r>
            <a:endParaRPr/>
          </a:p>
        </p:txBody>
      </p:sp>
      <p:sp>
        <p:nvSpPr>
          <p:cNvPr id="228" name="Google Shape;228;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229" name="Google Shape;229;p33"/>
          <p:cNvSpPr txBox="1"/>
          <p:nvPr>
            <p:ph idx="1" type="subTitle"/>
          </p:nvPr>
        </p:nvSpPr>
        <p:spPr>
          <a:xfrm>
            <a:off x="4681825" y="2382250"/>
            <a:ext cx="3745500" cy="115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230" name="Google Shape;230;p33"/>
          <p:cNvSpPr txBox="1"/>
          <p:nvPr>
            <p:ph idx="2" type="subTitle"/>
          </p:nvPr>
        </p:nvSpPr>
        <p:spPr>
          <a:xfrm>
            <a:off x="716675" y="2382250"/>
            <a:ext cx="3745500" cy="115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231" name="Google Shape;231;p33"/>
          <p:cNvSpPr txBox="1"/>
          <p:nvPr>
            <p:ph idx="3" type="subTitle"/>
          </p:nvPr>
        </p:nvSpPr>
        <p:spPr>
          <a:xfrm>
            <a:off x="716675" y="1826200"/>
            <a:ext cx="37455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aim</a:t>
            </a:r>
            <a:endParaRPr/>
          </a:p>
        </p:txBody>
      </p:sp>
      <p:sp>
        <p:nvSpPr>
          <p:cNvPr id="232" name="Google Shape;232;p33"/>
          <p:cNvSpPr/>
          <p:nvPr/>
        </p:nvSpPr>
        <p:spPr>
          <a:xfrm>
            <a:off x="-531700" y="33936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3"/>
          <p:cNvSpPr/>
          <p:nvPr/>
        </p:nvSpPr>
        <p:spPr>
          <a:xfrm>
            <a:off x="7645850" y="-3780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3"/>
          <p:cNvSpPr/>
          <p:nvPr/>
        </p:nvSpPr>
        <p:spPr>
          <a:xfrm>
            <a:off x="713225" y="4647900"/>
            <a:ext cx="1865100" cy="925800"/>
          </a:xfrm>
          <a:prstGeom prst="round2SameRect">
            <a:avLst>
              <a:gd fmla="val 31395" name="adj1"/>
              <a:gd fmla="val 0" name="adj2"/>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 name="Shape 238"/>
        <p:cNvGrpSpPr/>
        <p:nvPr/>
      </p:nvGrpSpPr>
      <p:grpSpPr>
        <a:xfrm>
          <a:off x="0" y="0"/>
          <a:ext cx="0" cy="0"/>
          <a:chOff x="0" y="0"/>
          <a:chExt cx="0" cy="0"/>
        </a:xfrm>
      </p:grpSpPr>
      <p:sp>
        <p:nvSpPr>
          <p:cNvPr id="239" name="Google Shape;239;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40" name="Google Shape;240;p34"/>
          <p:cNvSpPr txBox="1"/>
          <p:nvPr>
            <p:ph idx="4" type="subTitle"/>
          </p:nvPr>
        </p:nvSpPr>
        <p:spPr>
          <a:xfrm>
            <a:off x="720000" y="1842450"/>
            <a:ext cx="2392800" cy="49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Human resources</a:t>
            </a:r>
            <a:endParaRPr/>
          </a:p>
        </p:txBody>
      </p:sp>
      <p:sp>
        <p:nvSpPr>
          <p:cNvPr id="241" name="Google Shape;241;p34"/>
          <p:cNvSpPr txBox="1"/>
          <p:nvPr>
            <p:ph idx="5" type="subTitle"/>
          </p:nvPr>
        </p:nvSpPr>
        <p:spPr>
          <a:xfrm>
            <a:off x="3375602" y="1842450"/>
            <a:ext cx="2392800" cy="49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resources</a:t>
            </a:r>
            <a:endParaRPr/>
          </a:p>
        </p:txBody>
      </p:sp>
      <p:sp>
        <p:nvSpPr>
          <p:cNvPr id="242" name="Google Shape;242;p34"/>
          <p:cNvSpPr txBox="1"/>
          <p:nvPr>
            <p:ph idx="1" type="subTitle"/>
          </p:nvPr>
        </p:nvSpPr>
        <p:spPr>
          <a:xfrm>
            <a:off x="720063" y="2407925"/>
            <a:ext cx="2392800" cy="16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 budget</a:t>
            </a:r>
            <a:endParaRPr/>
          </a:p>
        </p:txBody>
      </p:sp>
      <p:sp>
        <p:nvSpPr>
          <p:cNvPr id="243" name="Google Shape;243;p34"/>
          <p:cNvSpPr txBox="1"/>
          <p:nvPr>
            <p:ph idx="2" type="subTitle"/>
          </p:nvPr>
        </p:nvSpPr>
        <p:spPr>
          <a:xfrm>
            <a:off x="3375661" y="2407925"/>
            <a:ext cx="2392800" cy="16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and it includes all expenses associated with the project, including salaries and equipment. We have allocated these resources to ensure that we are able to complete the project within budget</a:t>
            </a:r>
            <a:endParaRPr/>
          </a:p>
        </p:txBody>
      </p:sp>
      <p:sp>
        <p:nvSpPr>
          <p:cNvPr id="244" name="Google Shape;244;p34"/>
          <p:cNvSpPr txBox="1"/>
          <p:nvPr>
            <p:ph idx="3" type="subTitle"/>
          </p:nvPr>
        </p:nvSpPr>
        <p:spPr>
          <a:xfrm>
            <a:off x="6031138" y="2407925"/>
            <a:ext cx="2392800" cy="16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245" name="Google Shape;245;p34"/>
          <p:cNvSpPr txBox="1"/>
          <p:nvPr>
            <p:ph idx="6" type="subTitle"/>
          </p:nvPr>
        </p:nvSpPr>
        <p:spPr>
          <a:xfrm>
            <a:off x="6031075" y="1842450"/>
            <a:ext cx="2392800" cy="49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Physical resources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 name="Shape 249"/>
        <p:cNvGrpSpPr/>
        <p:nvPr/>
      </p:nvGrpSpPr>
      <p:grpSpPr>
        <a:xfrm>
          <a:off x="0" y="0"/>
          <a:ext cx="0" cy="0"/>
          <a:chOff x="0" y="0"/>
          <a:chExt cx="0" cy="0"/>
        </a:xfrm>
      </p:grpSpPr>
      <p:sp>
        <p:nvSpPr>
          <p:cNvPr id="250" name="Google Shape;250;p35"/>
          <p:cNvSpPr txBox="1"/>
          <p:nvPr>
            <p:ph idx="6" type="subTitle"/>
          </p:nvPr>
        </p:nvSpPr>
        <p:spPr>
          <a:xfrm>
            <a:off x="790012" y="2968650"/>
            <a:ext cx="35259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251" name="Google Shape;251;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252" name="Google Shape;252;p35"/>
          <p:cNvSpPr txBox="1"/>
          <p:nvPr>
            <p:ph idx="1" type="subTitle"/>
          </p:nvPr>
        </p:nvSpPr>
        <p:spPr>
          <a:xfrm>
            <a:off x="790012" y="1815825"/>
            <a:ext cx="3525900" cy="10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253" name="Google Shape;253;p35"/>
          <p:cNvSpPr txBox="1"/>
          <p:nvPr>
            <p:ph idx="2" type="subTitle"/>
          </p:nvPr>
        </p:nvSpPr>
        <p:spPr>
          <a:xfrm>
            <a:off x="4828087" y="1815825"/>
            <a:ext cx="3525900" cy="10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 for our company</a:t>
            </a:r>
            <a:endParaRPr/>
          </a:p>
        </p:txBody>
      </p:sp>
      <p:sp>
        <p:nvSpPr>
          <p:cNvPr id="254" name="Google Shape;254;p35"/>
          <p:cNvSpPr txBox="1"/>
          <p:nvPr>
            <p:ph idx="3" type="subTitle"/>
          </p:nvPr>
        </p:nvSpPr>
        <p:spPr>
          <a:xfrm>
            <a:off x="790012" y="3479475"/>
            <a:ext cx="3525900" cy="10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255" name="Google Shape;255;p35"/>
          <p:cNvSpPr txBox="1"/>
          <p:nvPr>
            <p:ph idx="4" type="subTitle"/>
          </p:nvPr>
        </p:nvSpPr>
        <p:spPr>
          <a:xfrm>
            <a:off x="4828087" y="3479475"/>
            <a:ext cx="3525900" cy="10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It may also include office supplies, communications services, licenses and other miscellaneous expenses</a:t>
            </a:r>
            <a:endParaRPr/>
          </a:p>
        </p:txBody>
      </p:sp>
      <p:sp>
        <p:nvSpPr>
          <p:cNvPr id="256" name="Google Shape;256;p35"/>
          <p:cNvSpPr txBox="1"/>
          <p:nvPr>
            <p:ph idx="5" type="subTitle"/>
          </p:nvPr>
        </p:nvSpPr>
        <p:spPr>
          <a:xfrm>
            <a:off x="790012" y="1307875"/>
            <a:ext cx="35259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257" name="Google Shape;257;p35"/>
          <p:cNvSpPr txBox="1"/>
          <p:nvPr>
            <p:ph idx="7" type="subTitle"/>
          </p:nvPr>
        </p:nvSpPr>
        <p:spPr>
          <a:xfrm>
            <a:off x="4828088" y="1307875"/>
            <a:ext cx="35259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258" name="Google Shape;258;p35"/>
          <p:cNvSpPr txBox="1"/>
          <p:nvPr>
            <p:ph idx="8" type="subTitle"/>
          </p:nvPr>
        </p:nvSpPr>
        <p:spPr>
          <a:xfrm>
            <a:off x="4828088" y="2968650"/>
            <a:ext cx="35259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 name="Shape 262"/>
        <p:cNvGrpSpPr/>
        <p:nvPr/>
      </p:nvGrpSpPr>
      <p:grpSpPr>
        <a:xfrm>
          <a:off x="0" y="0"/>
          <a:ext cx="0" cy="0"/>
          <a:chOff x="0" y="0"/>
          <a:chExt cx="0" cy="0"/>
        </a:xfrm>
      </p:grpSpPr>
      <p:sp>
        <p:nvSpPr>
          <p:cNvPr id="263" name="Google Shape;26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264" name="Google Shape;264;p36"/>
          <p:cNvSpPr txBox="1"/>
          <p:nvPr>
            <p:ph idx="1" type="subTitle"/>
          </p:nvPr>
        </p:nvSpPr>
        <p:spPr>
          <a:xfrm>
            <a:off x="720000" y="1710152"/>
            <a:ext cx="2233500" cy="9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a:t>
            </a:r>
            <a:r>
              <a:rPr lang="en"/>
              <a:t>(Customer Relationship Management) </a:t>
            </a:r>
            <a:r>
              <a:rPr lang="en"/>
              <a:t>system to improve  data management</a:t>
            </a:r>
            <a:endParaRPr/>
          </a:p>
        </p:txBody>
      </p:sp>
      <p:sp>
        <p:nvSpPr>
          <p:cNvPr id="265" name="Google Shape;265;p36"/>
          <p:cNvSpPr txBox="1"/>
          <p:nvPr>
            <p:ph idx="2" type="subTitle"/>
          </p:nvPr>
        </p:nvSpPr>
        <p:spPr>
          <a:xfrm>
            <a:off x="3455250" y="1710152"/>
            <a:ext cx="2233500" cy="9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to a third-party provider to reduce costs </a:t>
            </a:r>
            <a:endParaRPr/>
          </a:p>
        </p:txBody>
      </p:sp>
      <p:sp>
        <p:nvSpPr>
          <p:cNvPr id="266" name="Google Shape;266;p36"/>
          <p:cNvSpPr txBox="1"/>
          <p:nvPr>
            <p:ph idx="3" type="subTitle"/>
          </p:nvPr>
        </p:nvSpPr>
        <p:spPr>
          <a:xfrm>
            <a:off x="720000" y="3440451"/>
            <a:ext cx="2233500" cy="9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revenue streams</a:t>
            </a:r>
            <a:endParaRPr/>
          </a:p>
        </p:txBody>
      </p:sp>
      <p:sp>
        <p:nvSpPr>
          <p:cNvPr id="267" name="Google Shape;267;p36"/>
          <p:cNvSpPr txBox="1"/>
          <p:nvPr>
            <p:ph idx="4" type="subTitle"/>
          </p:nvPr>
        </p:nvSpPr>
        <p:spPr>
          <a:xfrm>
            <a:off x="3455250" y="3440451"/>
            <a:ext cx="2233500" cy="9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to reduce expenses</a:t>
            </a:r>
            <a:endParaRPr/>
          </a:p>
        </p:txBody>
      </p:sp>
      <p:sp>
        <p:nvSpPr>
          <p:cNvPr id="268" name="Google Shape;268;p36"/>
          <p:cNvSpPr txBox="1"/>
          <p:nvPr>
            <p:ph idx="7" type="subTitle"/>
          </p:nvPr>
        </p:nvSpPr>
        <p:spPr>
          <a:xfrm>
            <a:off x="720000" y="1336275"/>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269" name="Google Shape;269;p36"/>
          <p:cNvSpPr txBox="1"/>
          <p:nvPr>
            <p:ph idx="8" type="subTitle"/>
          </p:nvPr>
        </p:nvSpPr>
        <p:spPr>
          <a:xfrm>
            <a:off x="3455250" y="1336275"/>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270" name="Google Shape;270;p36"/>
          <p:cNvSpPr txBox="1"/>
          <p:nvPr>
            <p:ph idx="9" type="subTitle"/>
          </p:nvPr>
        </p:nvSpPr>
        <p:spPr>
          <a:xfrm>
            <a:off x="6190500" y="1336275"/>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271" name="Google Shape;271;p36"/>
          <p:cNvSpPr txBox="1"/>
          <p:nvPr>
            <p:ph idx="5" type="subTitle"/>
          </p:nvPr>
        </p:nvSpPr>
        <p:spPr>
          <a:xfrm>
            <a:off x="6190500" y="1710152"/>
            <a:ext cx="2233500" cy="9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272" name="Google Shape;272;p36"/>
          <p:cNvSpPr txBox="1"/>
          <p:nvPr>
            <p:ph idx="6" type="subTitle"/>
          </p:nvPr>
        </p:nvSpPr>
        <p:spPr>
          <a:xfrm>
            <a:off x="6190500" y="3440451"/>
            <a:ext cx="2233500" cy="9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a:t>
            </a:r>
            <a:endParaRPr/>
          </a:p>
        </p:txBody>
      </p:sp>
      <p:sp>
        <p:nvSpPr>
          <p:cNvPr id="273" name="Google Shape;273;p36"/>
          <p:cNvSpPr txBox="1"/>
          <p:nvPr>
            <p:ph idx="13" type="subTitle"/>
          </p:nvPr>
        </p:nvSpPr>
        <p:spPr>
          <a:xfrm>
            <a:off x="720000" y="3063351"/>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274" name="Google Shape;274;p36"/>
          <p:cNvSpPr txBox="1"/>
          <p:nvPr>
            <p:ph idx="14" type="subTitle"/>
          </p:nvPr>
        </p:nvSpPr>
        <p:spPr>
          <a:xfrm>
            <a:off x="3455250" y="3063356"/>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275" name="Google Shape;275;p36"/>
          <p:cNvSpPr txBox="1"/>
          <p:nvPr>
            <p:ph idx="15" type="subTitle"/>
          </p:nvPr>
        </p:nvSpPr>
        <p:spPr>
          <a:xfrm>
            <a:off x="6190500" y="3063356"/>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 name="Shape 279"/>
        <p:cNvGrpSpPr/>
        <p:nvPr/>
      </p:nvGrpSpPr>
      <p:grpSpPr>
        <a:xfrm>
          <a:off x="0" y="0"/>
          <a:ext cx="0" cy="0"/>
          <a:chOff x="0" y="0"/>
          <a:chExt cx="0" cy="0"/>
        </a:xfrm>
      </p:grpSpPr>
      <p:sp>
        <p:nvSpPr>
          <p:cNvPr id="280" name="Google Shape;280;p37"/>
          <p:cNvSpPr txBox="1"/>
          <p:nvPr>
            <p:ph idx="1" type="subTitle"/>
          </p:nvPr>
        </p:nvSpPr>
        <p:spPr>
          <a:xfrm>
            <a:off x="2825700" y="2788000"/>
            <a:ext cx="34926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Break-even point </a:t>
            </a:r>
            <a:endParaRPr/>
          </a:p>
        </p:txBody>
      </p:sp>
      <p:sp>
        <p:nvSpPr>
          <p:cNvPr id="281" name="Google Shape;281;p37"/>
          <p:cNvSpPr txBox="1"/>
          <p:nvPr>
            <p:ph type="title"/>
          </p:nvPr>
        </p:nvSpPr>
        <p:spPr>
          <a:xfrm>
            <a:off x="2825700" y="1985882"/>
            <a:ext cx="34926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200 units</a:t>
            </a:r>
            <a:endParaRPr/>
          </a:p>
        </p:txBody>
      </p:sp>
      <p:sp>
        <p:nvSpPr>
          <p:cNvPr id="282" name="Google Shape;282;p37"/>
          <p:cNvSpPr txBox="1"/>
          <p:nvPr>
            <p:ph idx="2" type="title"/>
          </p:nvPr>
        </p:nvSpPr>
        <p:spPr>
          <a:xfrm>
            <a:off x="713225" y="539489"/>
            <a:ext cx="34926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$500,000</a:t>
            </a:r>
            <a:endParaRPr/>
          </a:p>
        </p:txBody>
      </p:sp>
      <p:sp>
        <p:nvSpPr>
          <p:cNvPr id="283" name="Google Shape;283;p37"/>
          <p:cNvSpPr txBox="1"/>
          <p:nvPr>
            <p:ph idx="3" type="subTitle"/>
          </p:nvPr>
        </p:nvSpPr>
        <p:spPr>
          <a:xfrm>
            <a:off x="713225" y="1346400"/>
            <a:ext cx="34926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 profit of the project</a:t>
            </a:r>
            <a:endParaRPr/>
          </a:p>
        </p:txBody>
      </p:sp>
      <p:sp>
        <p:nvSpPr>
          <p:cNvPr id="284" name="Google Shape;284;p37"/>
          <p:cNvSpPr txBox="1"/>
          <p:nvPr>
            <p:ph idx="4" type="title"/>
          </p:nvPr>
        </p:nvSpPr>
        <p:spPr>
          <a:xfrm>
            <a:off x="4938169" y="3432275"/>
            <a:ext cx="34926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285" name="Google Shape;285;p37"/>
          <p:cNvSpPr txBox="1"/>
          <p:nvPr>
            <p:ph idx="5" type="subTitle"/>
          </p:nvPr>
        </p:nvSpPr>
        <p:spPr>
          <a:xfrm>
            <a:off x="4938169" y="4229599"/>
            <a:ext cx="34926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share in the industry</a:t>
            </a:r>
            <a:endParaRPr/>
          </a:p>
        </p:txBody>
      </p:sp>
      <p:sp>
        <p:nvSpPr>
          <p:cNvPr id="286" name="Google Shape;286;p37"/>
          <p:cNvSpPr/>
          <p:nvPr/>
        </p:nvSpPr>
        <p:spPr>
          <a:xfrm>
            <a:off x="-531700" y="33936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7"/>
          <p:cNvSpPr/>
          <p:nvPr/>
        </p:nvSpPr>
        <p:spPr>
          <a:xfrm>
            <a:off x="7645850" y="-378025"/>
            <a:ext cx="2070000" cy="2070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7"/>
          <p:cNvSpPr/>
          <p:nvPr/>
        </p:nvSpPr>
        <p:spPr>
          <a:xfrm>
            <a:off x="288600" y="3841150"/>
            <a:ext cx="2250300" cy="1969800"/>
          </a:xfrm>
          <a:prstGeom prst="round2SameRect">
            <a:avLst>
              <a:gd fmla="val 31395" name="adj1"/>
              <a:gd fmla="val 0" name="adj2"/>
            </a:avLst>
          </a:prstGeom>
          <a:noFill/>
          <a:ln cap="flat" cmpd="sng" w="1143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7"/>
          <p:cNvSpPr/>
          <p:nvPr/>
        </p:nvSpPr>
        <p:spPr>
          <a:xfrm flipH="1" rot="10800000">
            <a:off x="6565675" y="-378025"/>
            <a:ext cx="1865100" cy="925800"/>
          </a:xfrm>
          <a:prstGeom prst="round2SameRect">
            <a:avLst>
              <a:gd fmla="val 31395" name="adj1"/>
              <a:gd fmla="val 0" name="adj2"/>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 name="Shape 293"/>
        <p:cNvGrpSpPr/>
        <p:nvPr/>
      </p:nvGrpSpPr>
      <p:grpSpPr>
        <a:xfrm>
          <a:off x="0" y="0"/>
          <a:ext cx="0" cy="0"/>
          <a:chOff x="0" y="0"/>
          <a:chExt cx="0" cy="0"/>
        </a:xfrm>
      </p:grpSpPr>
      <p:sp>
        <p:nvSpPr>
          <p:cNvPr id="294" name="Google Shape;294;p38"/>
          <p:cNvSpPr/>
          <p:nvPr/>
        </p:nvSpPr>
        <p:spPr>
          <a:xfrm>
            <a:off x="7014375" y="127000"/>
            <a:ext cx="1665600" cy="166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8"/>
          <p:cNvSpPr/>
          <p:nvPr/>
        </p:nvSpPr>
        <p:spPr>
          <a:xfrm rot="10800000">
            <a:off x="7621225" y="-139525"/>
            <a:ext cx="1731300" cy="1072500"/>
          </a:xfrm>
          <a:prstGeom prst="round2SameRect">
            <a:avLst>
              <a:gd fmla="val 40354" name="adj1"/>
              <a:gd fmla="val 0" name="adj2"/>
            </a:avLst>
          </a:prstGeom>
          <a:noFill/>
          <a:ln cap="flat" cmpd="sng" w="1143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8"/>
          <p:cNvSpPr/>
          <p:nvPr/>
        </p:nvSpPr>
        <p:spPr>
          <a:xfrm>
            <a:off x="67475" y="3409950"/>
            <a:ext cx="1665600" cy="166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8"/>
          <p:cNvSpPr txBox="1"/>
          <p:nvPr>
            <p:ph type="title"/>
          </p:nvPr>
        </p:nvSpPr>
        <p:spPr>
          <a:xfrm>
            <a:off x="713225" y="1642588"/>
            <a:ext cx="4693800" cy="13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 million</a:t>
            </a:r>
            <a:endParaRPr/>
          </a:p>
        </p:txBody>
      </p:sp>
      <p:sp>
        <p:nvSpPr>
          <p:cNvPr id="298" name="Google Shape;298;p38"/>
          <p:cNvSpPr txBox="1"/>
          <p:nvPr>
            <p:ph idx="1" type="subTitle"/>
          </p:nvPr>
        </p:nvSpPr>
        <p:spPr>
          <a:xfrm>
            <a:off x="713225" y="3003763"/>
            <a:ext cx="46938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pic>
        <p:nvPicPr>
          <p:cNvPr id="299" name="Google Shape;299;p38"/>
          <p:cNvPicPr preferRelativeResize="0"/>
          <p:nvPr>
            <p:ph idx="2" type="pic"/>
          </p:nvPr>
        </p:nvPicPr>
        <p:blipFill rotWithShape="1">
          <a:blip r:embed="rId3">
            <a:alphaModFix/>
          </a:blip>
          <a:srcRect b="0" l="45274" r="9457" t="0"/>
          <a:stretch/>
        </p:blipFill>
        <p:spPr>
          <a:xfrm flipH="1">
            <a:off x="5670175" y="539550"/>
            <a:ext cx="2760600" cy="4064400"/>
          </a:xfrm>
          <a:prstGeom prst="round2DiagRect">
            <a:avLst>
              <a:gd fmla="val 16667" name="adj1"/>
              <a:gd fmla="val 0" name="adj2"/>
            </a:avLst>
          </a:prstGeom>
        </p:spPr>
      </p:pic>
      <p:sp>
        <p:nvSpPr>
          <p:cNvPr id="300" name="Google Shape;300;p38"/>
          <p:cNvSpPr/>
          <p:nvPr/>
        </p:nvSpPr>
        <p:spPr>
          <a:xfrm>
            <a:off x="288525" y="4280150"/>
            <a:ext cx="2760600" cy="3249300"/>
          </a:xfrm>
          <a:prstGeom prst="round2SameRect">
            <a:avLst>
              <a:gd fmla="val 31395" name="adj1"/>
              <a:gd fmla="val 0" name="adj2"/>
            </a:avLst>
          </a:prstGeom>
          <a:noFill/>
          <a:ln cap="flat" cmpd="sng" w="1524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a:t>
            </a:r>
            <a:r>
              <a:rPr lang="en"/>
              <a:t> data</a:t>
            </a:r>
            <a:endParaRPr/>
          </a:p>
        </p:txBody>
      </p:sp>
      <p:sp>
        <p:nvSpPr>
          <p:cNvPr id="306" name="Google Shape;306;p39"/>
          <p:cNvSpPr txBox="1"/>
          <p:nvPr>
            <p:ph idx="4294967295" type="title"/>
          </p:nvPr>
        </p:nvSpPr>
        <p:spPr>
          <a:xfrm>
            <a:off x="5447476" y="1628744"/>
            <a:ext cx="28047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2"/>
                </a:solidFill>
              </a:rPr>
              <a:t>Benefits of using tables</a:t>
            </a:r>
            <a:endParaRPr sz="1800">
              <a:solidFill>
                <a:schemeClr val="dk2"/>
              </a:solidFill>
            </a:endParaRPr>
          </a:p>
        </p:txBody>
      </p:sp>
      <p:sp>
        <p:nvSpPr>
          <p:cNvPr id="307" name="Google Shape;307;p39"/>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Medium"/>
                <a:ea typeface="Open Sans Medium"/>
                <a:cs typeface="Open Sans Medium"/>
                <a:sym typeface="Open Sans Medium"/>
              </a:rPr>
              <a:t>Follow the link in the graph to modify its data and then paste the new one here.</a:t>
            </a:r>
            <a:r>
              <a:rPr b="1" lang="en" sz="1000">
                <a:solidFill>
                  <a:schemeClr val="dk1"/>
                </a:solidFill>
                <a:latin typeface="Open Sans"/>
                <a:ea typeface="Open Sans"/>
                <a:cs typeface="Open Sans"/>
                <a:sym typeface="Open Sans"/>
              </a:rPr>
              <a:t>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For more info, click here</a:t>
            </a:r>
            <a:endParaRPr b="1" sz="1000" u="sng">
              <a:solidFill>
                <a:schemeClr val="dk1"/>
              </a:solidFill>
              <a:latin typeface="Open Sans"/>
              <a:ea typeface="Open Sans"/>
              <a:cs typeface="Open Sans"/>
              <a:sym typeface="Open Sans"/>
            </a:endParaRPr>
          </a:p>
        </p:txBody>
      </p:sp>
      <p:sp>
        <p:nvSpPr>
          <p:cNvPr id="308" name="Google Shape;308;p39"/>
          <p:cNvSpPr txBox="1"/>
          <p:nvPr>
            <p:ph idx="4294967295" type="subTitle"/>
          </p:nvPr>
        </p:nvSpPr>
        <p:spPr>
          <a:xfrm>
            <a:off x="5447476" y="2186356"/>
            <a:ext cx="2804700" cy="1709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Tables 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309" name="Google Shape;309;p39" title="Chart">
            <a:hlinkClick r:id="rId4"/>
          </p:cNvPr>
          <p:cNvPicPr preferRelativeResize="0"/>
          <p:nvPr/>
        </p:nvPicPr>
        <p:blipFill>
          <a:blip r:embed="rId5">
            <a:alphaModFix/>
          </a:blip>
          <a:stretch>
            <a:fillRect/>
          </a:stretch>
        </p:blipFill>
        <p:spPr>
          <a:xfrm>
            <a:off x="891825" y="1408663"/>
            <a:ext cx="4262274" cy="2635512"/>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 name="Shape 313"/>
        <p:cNvGrpSpPr/>
        <p:nvPr/>
      </p:nvGrpSpPr>
      <p:grpSpPr>
        <a:xfrm>
          <a:off x="0" y="0"/>
          <a:ext cx="0" cy="0"/>
          <a:chOff x="0" y="0"/>
          <a:chExt cx="0" cy="0"/>
        </a:xfrm>
      </p:grpSpPr>
      <p:sp>
        <p:nvSpPr>
          <p:cNvPr id="314" name="Google Shape;314;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activities</a:t>
            </a:r>
            <a:endParaRPr/>
          </a:p>
        </p:txBody>
      </p:sp>
      <p:graphicFrame>
        <p:nvGraphicFramePr>
          <p:cNvPr id="315" name="Google Shape;315;p40"/>
          <p:cNvGraphicFramePr/>
          <p:nvPr/>
        </p:nvGraphicFramePr>
        <p:xfrm>
          <a:off x="719963" y="1314010"/>
          <a:ext cx="3000000" cy="3000000"/>
        </p:xfrm>
        <a:graphic>
          <a:graphicData uri="http://schemas.openxmlformats.org/drawingml/2006/table">
            <a:tbl>
              <a:tblPr>
                <a:noFill/>
                <a:tableStyleId>{DDA47F67-EFE1-4C8B-907D-3D13EBD83EE4}</a:tableStyleId>
              </a:tblPr>
              <a:tblGrid>
                <a:gridCol w="1464375"/>
                <a:gridCol w="1247925"/>
                <a:gridCol w="1247925"/>
                <a:gridCol w="1247925"/>
                <a:gridCol w="1247925"/>
                <a:gridCol w="1247925"/>
              </a:tblGrid>
              <a:tr h="457600">
                <a:tc>
                  <a:txBody>
                    <a:bodyPr/>
                    <a:lstStyle/>
                    <a:p>
                      <a:pPr indent="0" lvl="0" marL="0" rtl="0" algn="ctr">
                        <a:spcBef>
                          <a:spcPts val="0"/>
                        </a:spcBef>
                        <a:spcAft>
                          <a:spcPts val="0"/>
                        </a:spcAft>
                        <a:buNone/>
                      </a:pPr>
                      <a:r>
                        <a:rPr b="1" lang="en">
                          <a:solidFill>
                            <a:schemeClr val="dk1"/>
                          </a:solidFill>
                          <a:latin typeface="Monda"/>
                          <a:ea typeface="Monda"/>
                          <a:cs typeface="Monda"/>
                          <a:sym typeface="Monda"/>
                        </a:rPr>
                        <a:t>Activity</a:t>
                      </a:r>
                      <a:endParaRPr b="1">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Monda"/>
                          <a:ea typeface="Monda"/>
                          <a:cs typeface="Monda"/>
                          <a:sym typeface="Monda"/>
                        </a:rPr>
                        <a:t>Start date</a:t>
                      </a:r>
                      <a:endParaRPr b="1">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Monda"/>
                          <a:ea typeface="Monda"/>
                          <a:cs typeface="Monda"/>
                          <a:sym typeface="Monda"/>
                        </a:rPr>
                        <a:t>End date</a:t>
                      </a:r>
                      <a:endParaRPr b="1">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Monda"/>
                          <a:ea typeface="Monda"/>
                          <a:cs typeface="Monda"/>
                          <a:sym typeface="Monda"/>
                        </a:rPr>
                        <a:t>Resource</a:t>
                      </a:r>
                      <a:endParaRPr b="1">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Monda"/>
                          <a:ea typeface="Monda"/>
                          <a:cs typeface="Monda"/>
                          <a:sym typeface="Monda"/>
                        </a:rPr>
                        <a:t>Cost</a:t>
                      </a:r>
                      <a:endParaRPr b="1">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Monda"/>
                          <a:ea typeface="Monda"/>
                          <a:cs typeface="Monda"/>
                          <a:sym typeface="Monda"/>
                        </a:rPr>
                        <a:t>Revenue</a:t>
                      </a:r>
                      <a:endParaRPr b="1">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47360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Market research</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1/1/20XX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1/15/20XX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Market</a:t>
                      </a:r>
                      <a:endParaRPr sz="1200">
                        <a:solidFill>
                          <a:schemeClr val="dk1"/>
                        </a:solidFill>
                        <a:latin typeface="Open Sans Medium"/>
                        <a:ea typeface="Open Sans Medium"/>
                        <a:cs typeface="Open Sans Medium"/>
                        <a:sym typeface="Open Sans Medium"/>
                      </a:endParaRPr>
                    </a:p>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research firm</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$20,000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$1,500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360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Product development</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1/16/</a:t>
                      </a:r>
                      <a:r>
                        <a:rPr lang="en" sz="1200">
                          <a:solidFill>
                            <a:schemeClr val="dk1"/>
                          </a:solidFill>
                          <a:latin typeface="Open Sans Medium"/>
                          <a:ea typeface="Open Sans Medium"/>
                          <a:cs typeface="Open Sans Medium"/>
                          <a:sym typeface="Open Sans Medium"/>
                        </a:rPr>
                        <a:t>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6/30/20XX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R&amp;D team</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$200,000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$15,000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375">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Beta testing</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7/1/</a:t>
                      </a:r>
                      <a:r>
                        <a:rPr lang="en" sz="1200">
                          <a:solidFill>
                            <a:schemeClr val="dk1"/>
                          </a:solidFill>
                          <a:latin typeface="Open Sans Medium"/>
                          <a:ea typeface="Open Sans Medium"/>
                          <a:cs typeface="Open Sans Medium"/>
                          <a:sym typeface="Open Sans Medium"/>
                        </a:rPr>
                        <a:t>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8/15/20XX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Beta testers</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$500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360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Marketing campaign</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1/1/20XX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1/15/20XX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Advertising agency</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$100,000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$60,500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360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Product launch</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1/16/20XX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6/30/20XX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Sales team</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$50,000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$500,000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360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Post-launch support</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7/1/20XX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8/15/20XX</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Support team</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$50,000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$800,000</a:t>
                      </a:r>
                      <a:endParaRPr sz="1200">
                        <a:solidFill>
                          <a:schemeClr val="dk1"/>
                        </a:solidFill>
                        <a:latin typeface="Open Sans Medium"/>
                        <a:ea typeface="Open Sans Medium"/>
                        <a:cs typeface="Open Sans Medium"/>
                        <a:sym typeface="Open Sans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 name="Shape 319"/>
        <p:cNvGrpSpPr/>
        <p:nvPr/>
      </p:nvGrpSpPr>
      <p:grpSpPr>
        <a:xfrm>
          <a:off x="0" y="0"/>
          <a:ext cx="0" cy="0"/>
          <a:chOff x="0" y="0"/>
          <a:chExt cx="0" cy="0"/>
        </a:xfrm>
      </p:grpSpPr>
      <p:sp>
        <p:nvSpPr>
          <p:cNvPr id="320" name="Google Shape;320;p41"/>
          <p:cNvSpPr txBox="1"/>
          <p:nvPr>
            <p:ph type="title"/>
          </p:nvPr>
        </p:nvSpPr>
        <p:spPr>
          <a:xfrm>
            <a:off x="3268550" y="1232775"/>
            <a:ext cx="5162100" cy="59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to show in a mockup</a:t>
            </a:r>
            <a:endParaRPr/>
          </a:p>
        </p:txBody>
      </p:sp>
      <p:sp>
        <p:nvSpPr>
          <p:cNvPr id="321" name="Google Shape;321;p41"/>
          <p:cNvSpPr txBox="1"/>
          <p:nvPr>
            <p:ph idx="1" type="subTitle"/>
          </p:nvPr>
        </p:nvSpPr>
        <p:spPr>
          <a:xfrm>
            <a:off x="3268550" y="2155125"/>
            <a:ext cx="5162100" cy="1755600"/>
          </a:xfrm>
          <a:prstGeom prst="rect">
            <a:avLst/>
          </a:prstGeom>
        </p:spPr>
        <p:txBody>
          <a:bodyPr anchorCtr="0" anchor="t" bIns="91425" lIns="91425" spcFirstLastPara="1" rIns="91425" wrap="square" tIns="91425">
            <a:noAutofit/>
          </a:bodyPr>
          <a:lstStyle/>
          <a:p>
            <a:pPr indent="-146050" lvl="0" marL="314325" rtl="0" algn="l">
              <a:spcBef>
                <a:spcPts val="0"/>
              </a:spcBef>
              <a:spcAft>
                <a:spcPts val="0"/>
              </a:spcAft>
              <a:buSzPts val="1400"/>
              <a:buAutoNum type="arabicPeriod"/>
            </a:pPr>
            <a:r>
              <a:rPr lang="en"/>
              <a:t>Product/website description: A brief overview of the product/website, including its key features, dimensions, and materials used</a:t>
            </a:r>
            <a:endParaRPr/>
          </a:p>
          <a:p>
            <a:pPr indent="-146050" lvl="0" marL="314325" rtl="0" algn="l">
              <a:spcBef>
                <a:spcPts val="0"/>
              </a:spcBef>
              <a:spcAft>
                <a:spcPts val="0"/>
              </a:spcAft>
              <a:buSzPts val="1400"/>
              <a:buAutoNum type="arabicPeriod"/>
            </a:pPr>
            <a:r>
              <a:rPr lang="en"/>
              <a:t>Features and benefits: A detailed explanation of the product's/website's features and how they will benefit the user</a:t>
            </a:r>
            <a:endParaRPr/>
          </a:p>
          <a:p>
            <a:pPr indent="-146050" lvl="0" marL="314325" rtl="0" algn="l">
              <a:spcBef>
                <a:spcPts val="0"/>
              </a:spcBef>
              <a:spcAft>
                <a:spcPts val="0"/>
              </a:spcAft>
              <a:buSzPts val="1400"/>
              <a:buAutoNum type="arabicPeriod"/>
            </a:pPr>
            <a:r>
              <a:rPr lang="en"/>
              <a:t>Technical specifications: A list of the product's/website's technical specifications, such as dimensions, weight, power requirements, connectivity options and hosting platform</a:t>
            </a:r>
            <a:endParaRPr/>
          </a:p>
        </p:txBody>
      </p:sp>
      <p:grpSp>
        <p:nvGrpSpPr>
          <p:cNvPr id="322" name="Google Shape;322;p41"/>
          <p:cNvGrpSpPr/>
          <p:nvPr/>
        </p:nvGrpSpPr>
        <p:grpSpPr>
          <a:xfrm>
            <a:off x="1160478" y="920973"/>
            <a:ext cx="1626520" cy="3301555"/>
            <a:chOff x="5186401" y="494525"/>
            <a:chExt cx="1834973" cy="3724678"/>
          </a:xfrm>
        </p:grpSpPr>
        <p:sp>
          <p:nvSpPr>
            <p:cNvPr id="323" name="Google Shape;323;p41"/>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1"/>
            <p:cNvSpPr/>
            <p:nvPr/>
          </p:nvSpPr>
          <p:spPr>
            <a:xfrm>
              <a:off x="5973725" y="3965114"/>
              <a:ext cx="260322" cy="146610"/>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no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25" name="Google Shape;325;p41"/>
          <p:cNvPicPr preferRelativeResize="0"/>
          <p:nvPr/>
        </p:nvPicPr>
        <p:blipFill rotWithShape="1">
          <a:blip r:embed="rId3">
            <a:alphaModFix/>
          </a:blip>
          <a:srcRect b="0" l="7921" r="62599" t="0"/>
          <a:stretch/>
        </p:blipFill>
        <p:spPr>
          <a:xfrm>
            <a:off x="1235857" y="1082748"/>
            <a:ext cx="1475458" cy="2815314"/>
          </a:xfrm>
          <a:prstGeom prst="rect">
            <a:avLst/>
          </a:prstGeom>
          <a:noFill/>
          <a:ln cap="flat" cmpd="sng" w="9525">
            <a:solidFill>
              <a:schemeClr val="dk1"/>
            </a:solidFill>
            <a:prstDash val="solid"/>
            <a:round/>
            <a:headEnd len="sm" w="sm" type="none"/>
            <a:tailEnd len="sm" w="sm" type="none"/>
          </a:ln>
        </p:spPr>
      </p:pic>
      <p:sp>
        <p:nvSpPr>
          <p:cNvPr id="326" name="Google Shape;326;p41"/>
          <p:cNvSpPr/>
          <p:nvPr/>
        </p:nvSpPr>
        <p:spPr>
          <a:xfrm flipH="1">
            <a:off x="7193225" y="4375375"/>
            <a:ext cx="1731300" cy="1072500"/>
          </a:xfrm>
          <a:prstGeom prst="round2SameRect">
            <a:avLst>
              <a:gd fmla="val 40354" name="adj1"/>
              <a:gd fmla="val 0" name="adj2"/>
            </a:avLst>
          </a:prstGeom>
          <a:noFill/>
          <a:ln cap="flat" cmpd="sng" w="1143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timeline</a:t>
            </a:r>
            <a:endParaRPr/>
          </a:p>
        </p:txBody>
      </p:sp>
      <p:sp>
        <p:nvSpPr>
          <p:cNvPr id="332" name="Google Shape;332;p42"/>
          <p:cNvSpPr txBox="1"/>
          <p:nvPr/>
        </p:nvSpPr>
        <p:spPr>
          <a:xfrm flipH="1">
            <a:off x="7131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Open Sans"/>
                <a:ea typeface="Open Sans"/>
                <a:cs typeface="Open Sans"/>
                <a:sym typeface="Open Sans"/>
              </a:rPr>
              <a:t>Conduct market research and analyze the target audience to identify opportunities</a:t>
            </a:r>
            <a:endParaRPr sz="1200">
              <a:solidFill>
                <a:srgbClr val="191919"/>
              </a:solidFill>
              <a:latin typeface="Open Sans"/>
              <a:ea typeface="Open Sans"/>
              <a:cs typeface="Open Sans"/>
              <a:sym typeface="Open Sans"/>
            </a:endParaRPr>
          </a:p>
        </p:txBody>
      </p:sp>
      <p:sp>
        <p:nvSpPr>
          <p:cNvPr id="333" name="Google Shape;333;p42"/>
          <p:cNvSpPr txBox="1"/>
          <p:nvPr/>
        </p:nvSpPr>
        <p:spPr>
          <a:xfrm flipH="1">
            <a:off x="26770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Create the product or service by defining features, design, and functionality</a:t>
            </a:r>
            <a:endParaRPr sz="1200">
              <a:solidFill>
                <a:schemeClr val="dk1"/>
              </a:solidFill>
              <a:latin typeface="Open Sans"/>
              <a:ea typeface="Open Sans"/>
              <a:cs typeface="Open Sans"/>
              <a:sym typeface="Open Sans"/>
            </a:endParaRPr>
          </a:p>
        </p:txBody>
      </p:sp>
      <p:sp>
        <p:nvSpPr>
          <p:cNvPr id="334" name="Google Shape;334;p42"/>
          <p:cNvSpPr txBox="1"/>
          <p:nvPr/>
        </p:nvSpPr>
        <p:spPr>
          <a:xfrm flipH="1">
            <a:off x="46409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Test the product with a group of users to receive feedback and improve the product</a:t>
            </a:r>
            <a:endParaRPr sz="1200">
              <a:solidFill>
                <a:srgbClr val="191919"/>
              </a:solidFill>
              <a:latin typeface="Open Sans"/>
              <a:ea typeface="Open Sans"/>
              <a:cs typeface="Open Sans"/>
              <a:sym typeface="Open Sans"/>
            </a:endParaRPr>
          </a:p>
        </p:txBody>
      </p:sp>
      <p:sp>
        <p:nvSpPr>
          <p:cNvPr id="335" name="Google Shape;335;p42"/>
          <p:cNvSpPr txBox="1"/>
          <p:nvPr/>
        </p:nvSpPr>
        <p:spPr>
          <a:xfrm flipH="1">
            <a:off x="6604825" y="18625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Execute a marketing campaign to promote the product to the target audience</a:t>
            </a:r>
            <a:endParaRPr sz="1200">
              <a:solidFill>
                <a:srgbClr val="191919"/>
              </a:solidFill>
              <a:latin typeface="Open Sans"/>
              <a:ea typeface="Open Sans"/>
              <a:cs typeface="Open Sans"/>
              <a:sym typeface="Open Sans"/>
            </a:endParaRPr>
          </a:p>
        </p:txBody>
      </p:sp>
      <p:sp>
        <p:nvSpPr>
          <p:cNvPr id="336" name="Google Shape;336;p42"/>
          <p:cNvSpPr txBox="1"/>
          <p:nvPr/>
        </p:nvSpPr>
        <p:spPr>
          <a:xfrm flipH="1">
            <a:off x="7131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Release the product or service to the market with a comprehensive launch plan</a:t>
            </a:r>
            <a:endParaRPr sz="1200">
              <a:solidFill>
                <a:srgbClr val="191919"/>
              </a:solidFill>
              <a:latin typeface="Open Sans"/>
              <a:ea typeface="Open Sans"/>
              <a:cs typeface="Open Sans"/>
              <a:sym typeface="Open Sans"/>
            </a:endParaRPr>
          </a:p>
        </p:txBody>
      </p:sp>
      <p:sp>
        <p:nvSpPr>
          <p:cNvPr id="337" name="Google Shape;337;p42"/>
          <p:cNvSpPr txBox="1"/>
          <p:nvPr/>
        </p:nvSpPr>
        <p:spPr>
          <a:xfrm flipH="1">
            <a:off x="26770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Provide customer support to ensure customer satisfaction</a:t>
            </a:r>
            <a:endParaRPr sz="1200">
              <a:solidFill>
                <a:srgbClr val="191919"/>
              </a:solidFill>
              <a:latin typeface="Open Sans"/>
              <a:ea typeface="Open Sans"/>
              <a:cs typeface="Open Sans"/>
              <a:sym typeface="Open Sans"/>
            </a:endParaRPr>
          </a:p>
        </p:txBody>
      </p:sp>
      <p:sp>
        <p:nvSpPr>
          <p:cNvPr id="338" name="Google Shape;338;p42"/>
          <p:cNvSpPr txBox="1"/>
          <p:nvPr/>
        </p:nvSpPr>
        <p:spPr>
          <a:xfrm flipH="1">
            <a:off x="46409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Explore opportunities for growth and expansion of the product or service</a:t>
            </a:r>
            <a:endParaRPr sz="1200">
              <a:solidFill>
                <a:srgbClr val="191919"/>
              </a:solidFill>
              <a:latin typeface="Open Sans"/>
              <a:ea typeface="Open Sans"/>
              <a:cs typeface="Open Sans"/>
              <a:sym typeface="Open Sans"/>
            </a:endParaRPr>
          </a:p>
        </p:txBody>
      </p:sp>
      <p:sp>
        <p:nvSpPr>
          <p:cNvPr id="339" name="Google Shape;339;p42"/>
          <p:cNvSpPr txBox="1"/>
          <p:nvPr/>
        </p:nvSpPr>
        <p:spPr>
          <a:xfrm flipH="1">
            <a:off x="6604825" y="369702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Continuously improve the product based on customer feedback and market trends</a:t>
            </a:r>
            <a:endParaRPr sz="1200">
              <a:solidFill>
                <a:srgbClr val="191919"/>
              </a:solidFill>
              <a:latin typeface="Open Sans"/>
              <a:ea typeface="Open Sans"/>
              <a:cs typeface="Open Sans"/>
              <a:sym typeface="Open Sans"/>
            </a:endParaRPr>
          </a:p>
        </p:txBody>
      </p:sp>
      <p:cxnSp>
        <p:nvCxnSpPr>
          <p:cNvPr id="340" name="Google Shape;340;p42"/>
          <p:cNvCxnSpPr>
            <a:stCxn id="341" idx="3"/>
            <a:endCxn id="342" idx="1"/>
          </p:cNvCxnSpPr>
          <p:nvPr/>
        </p:nvCxnSpPr>
        <p:spPr>
          <a:xfrm>
            <a:off x="1737475" y="1515825"/>
            <a:ext cx="1727400" cy="0"/>
          </a:xfrm>
          <a:prstGeom prst="straightConnector1">
            <a:avLst/>
          </a:prstGeom>
          <a:noFill/>
          <a:ln cap="flat" cmpd="sng" w="9525">
            <a:solidFill>
              <a:schemeClr val="dk1"/>
            </a:solidFill>
            <a:prstDash val="solid"/>
            <a:round/>
            <a:headEnd len="med" w="med" type="none"/>
            <a:tailEnd len="med" w="med" type="none"/>
          </a:ln>
        </p:spPr>
      </p:cxnSp>
      <p:cxnSp>
        <p:nvCxnSpPr>
          <p:cNvPr id="343" name="Google Shape;343;p42"/>
          <p:cNvCxnSpPr>
            <a:stCxn id="342" idx="3"/>
            <a:endCxn id="344" idx="1"/>
          </p:cNvCxnSpPr>
          <p:nvPr/>
        </p:nvCxnSpPr>
        <p:spPr>
          <a:xfrm>
            <a:off x="3701375" y="1515825"/>
            <a:ext cx="1727400" cy="0"/>
          </a:xfrm>
          <a:prstGeom prst="straightConnector1">
            <a:avLst/>
          </a:prstGeom>
          <a:noFill/>
          <a:ln cap="flat" cmpd="sng" w="9525">
            <a:solidFill>
              <a:schemeClr val="dk1"/>
            </a:solidFill>
            <a:prstDash val="solid"/>
            <a:round/>
            <a:headEnd len="med" w="med" type="none"/>
            <a:tailEnd len="med" w="med" type="none"/>
          </a:ln>
        </p:spPr>
      </p:cxnSp>
      <p:cxnSp>
        <p:nvCxnSpPr>
          <p:cNvPr id="345" name="Google Shape;345;p42"/>
          <p:cNvCxnSpPr>
            <a:stCxn id="344" idx="3"/>
            <a:endCxn id="346" idx="1"/>
          </p:cNvCxnSpPr>
          <p:nvPr/>
        </p:nvCxnSpPr>
        <p:spPr>
          <a:xfrm>
            <a:off x="5665275" y="1515825"/>
            <a:ext cx="1727400" cy="0"/>
          </a:xfrm>
          <a:prstGeom prst="straightConnector1">
            <a:avLst/>
          </a:prstGeom>
          <a:noFill/>
          <a:ln cap="flat" cmpd="sng" w="9525">
            <a:solidFill>
              <a:schemeClr val="dk1"/>
            </a:solidFill>
            <a:prstDash val="solid"/>
            <a:round/>
            <a:headEnd len="med" w="med" type="none"/>
            <a:tailEnd len="med" w="med" type="none"/>
          </a:ln>
        </p:spPr>
      </p:cxnSp>
      <p:cxnSp>
        <p:nvCxnSpPr>
          <p:cNvPr id="347" name="Google Shape;347;p42"/>
          <p:cNvCxnSpPr>
            <a:stCxn id="348" idx="3"/>
            <a:endCxn id="349" idx="1"/>
          </p:cNvCxnSpPr>
          <p:nvPr/>
        </p:nvCxnSpPr>
        <p:spPr>
          <a:xfrm>
            <a:off x="1737475" y="3335575"/>
            <a:ext cx="1727400" cy="0"/>
          </a:xfrm>
          <a:prstGeom prst="straightConnector1">
            <a:avLst/>
          </a:prstGeom>
          <a:noFill/>
          <a:ln cap="flat" cmpd="sng" w="9525">
            <a:solidFill>
              <a:schemeClr val="dk1"/>
            </a:solidFill>
            <a:prstDash val="solid"/>
            <a:round/>
            <a:headEnd len="med" w="med" type="none"/>
            <a:tailEnd len="med" w="med" type="none"/>
          </a:ln>
        </p:spPr>
      </p:cxnSp>
      <p:sp>
        <p:nvSpPr>
          <p:cNvPr id="341" name="Google Shape;341;p42"/>
          <p:cNvSpPr/>
          <p:nvPr/>
        </p:nvSpPr>
        <p:spPr>
          <a:xfrm>
            <a:off x="1501075" y="139762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2"/>
          <p:cNvSpPr/>
          <p:nvPr/>
        </p:nvSpPr>
        <p:spPr>
          <a:xfrm>
            <a:off x="3464975" y="139762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2"/>
          <p:cNvSpPr/>
          <p:nvPr/>
        </p:nvSpPr>
        <p:spPr>
          <a:xfrm>
            <a:off x="5428875" y="139762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2"/>
          <p:cNvSpPr/>
          <p:nvPr/>
        </p:nvSpPr>
        <p:spPr>
          <a:xfrm>
            <a:off x="7392775" y="139762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0" name="Google Shape;350;p42"/>
          <p:cNvCxnSpPr>
            <a:stCxn id="349" idx="3"/>
            <a:endCxn id="351" idx="1"/>
          </p:cNvCxnSpPr>
          <p:nvPr/>
        </p:nvCxnSpPr>
        <p:spPr>
          <a:xfrm>
            <a:off x="3701375" y="3335575"/>
            <a:ext cx="1727400" cy="0"/>
          </a:xfrm>
          <a:prstGeom prst="straightConnector1">
            <a:avLst/>
          </a:prstGeom>
          <a:noFill/>
          <a:ln cap="flat" cmpd="sng" w="9525">
            <a:solidFill>
              <a:schemeClr val="dk1"/>
            </a:solidFill>
            <a:prstDash val="solid"/>
            <a:round/>
            <a:headEnd len="med" w="med" type="none"/>
            <a:tailEnd len="med" w="med" type="none"/>
          </a:ln>
        </p:spPr>
      </p:cxnSp>
      <p:cxnSp>
        <p:nvCxnSpPr>
          <p:cNvPr id="352" name="Google Shape;352;p42"/>
          <p:cNvCxnSpPr>
            <a:stCxn id="351" idx="3"/>
            <a:endCxn id="353" idx="1"/>
          </p:cNvCxnSpPr>
          <p:nvPr/>
        </p:nvCxnSpPr>
        <p:spPr>
          <a:xfrm>
            <a:off x="5665275" y="3335575"/>
            <a:ext cx="1727400" cy="0"/>
          </a:xfrm>
          <a:prstGeom prst="straightConnector1">
            <a:avLst/>
          </a:prstGeom>
          <a:noFill/>
          <a:ln cap="flat" cmpd="sng" w="9525">
            <a:solidFill>
              <a:schemeClr val="dk1"/>
            </a:solidFill>
            <a:prstDash val="solid"/>
            <a:round/>
            <a:headEnd len="med" w="med" type="none"/>
            <a:tailEnd len="med" w="med" type="none"/>
          </a:ln>
        </p:spPr>
      </p:cxnSp>
      <p:cxnSp>
        <p:nvCxnSpPr>
          <p:cNvPr id="354" name="Google Shape;354;p42"/>
          <p:cNvCxnSpPr>
            <a:stCxn id="341" idx="2"/>
            <a:endCxn id="332" idx="0"/>
          </p:cNvCxnSpPr>
          <p:nvPr/>
        </p:nvCxnSpPr>
        <p:spPr>
          <a:xfrm>
            <a:off x="1619275" y="1634025"/>
            <a:ext cx="0" cy="228600"/>
          </a:xfrm>
          <a:prstGeom prst="straightConnector1">
            <a:avLst/>
          </a:prstGeom>
          <a:noFill/>
          <a:ln cap="flat" cmpd="sng" w="9525">
            <a:solidFill>
              <a:schemeClr val="dk1"/>
            </a:solidFill>
            <a:prstDash val="solid"/>
            <a:round/>
            <a:headEnd len="med" w="med" type="none"/>
            <a:tailEnd len="med" w="med" type="none"/>
          </a:ln>
        </p:spPr>
      </p:cxnSp>
      <p:cxnSp>
        <p:nvCxnSpPr>
          <p:cNvPr id="355" name="Google Shape;355;p42"/>
          <p:cNvCxnSpPr>
            <a:stCxn id="342" idx="2"/>
            <a:endCxn id="333" idx="0"/>
          </p:cNvCxnSpPr>
          <p:nvPr/>
        </p:nvCxnSpPr>
        <p:spPr>
          <a:xfrm>
            <a:off x="3583175" y="1634025"/>
            <a:ext cx="0" cy="228600"/>
          </a:xfrm>
          <a:prstGeom prst="straightConnector1">
            <a:avLst/>
          </a:prstGeom>
          <a:noFill/>
          <a:ln cap="flat" cmpd="sng" w="9525">
            <a:solidFill>
              <a:schemeClr val="dk1"/>
            </a:solidFill>
            <a:prstDash val="solid"/>
            <a:round/>
            <a:headEnd len="med" w="med" type="none"/>
            <a:tailEnd len="med" w="med" type="none"/>
          </a:ln>
        </p:spPr>
      </p:cxnSp>
      <p:cxnSp>
        <p:nvCxnSpPr>
          <p:cNvPr id="356" name="Google Shape;356;p42"/>
          <p:cNvCxnSpPr>
            <a:stCxn id="344" idx="2"/>
            <a:endCxn id="334" idx="0"/>
          </p:cNvCxnSpPr>
          <p:nvPr/>
        </p:nvCxnSpPr>
        <p:spPr>
          <a:xfrm>
            <a:off x="5547075" y="1634025"/>
            <a:ext cx="0" cy="228600"/>
          </a:xfrm>
          <a:prstGeom prst="straightConnector1">
            <a:avLst/>
          </a:prstGeom>
          <a:noFill/>
          <a:ln cap="flat" cmpd="sng" w="9525">
            <a:solidFill>
              <a:schemeClr val="dk1"/>
            </a:solidFill>
            <a:prstDash val="solid"/>
            <a:round/>
            <a:headEnd len="med" w="med" type="none"/>
            <a:tailEnd len="med" w="med" type="none"/>
          </a:ln>
        </p:spPr>
      </p:cxnSp>
      <p:cxnSp>
        <p:nvCxnSpPr>
          <p:cNvPr id="357" name="Google Shape;357;p42"/>
          <p:cNvCxnSpPr>
            <a:stCxn id="346" idx="2"/>
            <a:endCxn id="335" idx="0"/>
          </p:cNvCxnSpPr>
          <p:nvPr/>
        </p:nvCxnSpPr>
        <p:spPr>
          <a:xfrm>
            <a:off x="7510975" y="1634025"/>
            <a:ext cx="0" cy="228600"/>
          </a:xfrm>
          <a:prstGeom prst="straightConnector1">
            <a:avLst/>
          </a:prstGeom>
          <a:noFill/>
          <a:ln cap="flat" cmpd="sng" w="9525">
            <a:solidFill>
              <a:schemeClr val="dk1"/>
            </a:solidFill>
            <a:prstDash val="solid"/>
            <a:round/>
            <a:headEnd len="med" w="med" type="none"/>
            <a:tailEnd len="med" w="med" type="none"/>
          </a:ln>
        </p:spPr>
      </p:cxnSp>
      <p:cxnSp>
        <p:nvCxnSpPr>
          <p:cNvPr id="358" name="Google Shape;358;p42"/>
          <p:cNvCxnSpPr>
            <a:stCxn id="348" idx="2"/>
            <a:endCxn id="336" idx="0"/>
          </p:cNvCxnSpPr>
          <p:nvPr/>
        </p:nvCxnSpPr>
        <p:spPr>
          <a:xfrm>
            <a:off x="1619275" y="3453775"/>
            <a:ext cx="0" cy="243300"/>
          </a:xfrm>
          <a:prstGeom prst="straightConnector1">
            <a:avLst/>
          </a:prstGeom>
          <a:noFill/>
          <a:ln cap="flat" cmpd="sng" w="9525">
            <a:solidFill>
              <a:schemeClr val="dk1"/>
            </a:solidFill>
            <a:prstDash val="solid"/>
            <a:round/>
            <a:headEnd len="med" w="med" type="none"/>
            <a:tailEnd len="med" w="med" type="none"/>
          </a:ln>
        </p:spPr>
      </p:cxnSp>
      <p:cxnSp>
        <p:nvCxnSpPr>
          <p:cNvPr id="359" name="Google Shape;359;p42"/>
          <p:cNvCxnSpPr>
            <a:stCxn id="349" idx="2"/>
            <a:endCxn id="337" idx="0"/>
          </p:cNvCxnSpPr>
          <p:nvPr/>
        </p:nvCxnSpPr>
        <p:spPr>
          <a:xfrm>
            <a:off x="3583175" y="3453775"/>
            <a:ext cx="0" cy="243300"/>
          </a:xfrm>
          <a:prstGeom prst="straightConnector1">
            <a:avLst/>
          </a:prstGeom>
          <a:noFill/>
          <a:ln cap="flat" cmpd="sng" w="9525">
            <a:solidFill>
              <a:schemeClr val="dk1"/>
            </a:solidFill>
            <a:prstDash val="solid"/>
            <a:round/>
            <a:headEnd len="med" w="med" type="none"/>
            <a:tailEnd len="med" w="med" type="none"/>
          </a:ln>
        </p:spPr>
      </p:cxnSp>
      <p:cxnSp>
        <p:nvCxnSpPr>
          <p:cNvPr id="360" name="Google Shape;360;p42"/>
          <p:cNvCxnSpPr>
            <a:stCxn id="351" idx="2"/>
            <a:endCxn id="338" idx="0"/>
          </p:cNvCxnSpPr>
          <p:nvPr/>
        </p:nvCxnSpPr>
        <p:spPr>
          <a:xfrm>
            <a:off x="5547075" y="3453775"/>
            <a:ext cx="0" cy="243300"/>
          </a:xfrm>
          <a:prstGeom prst="straightConnector1">
            <a:avLst/>
          </a:prstGeom>
          <a:noFill/>
          <a:ln cap="flat" cmpd="sng" w="9525">
            <a:solidFill>
              <a:schemeClr val="dk1"/>
            </a:solidFill>
            <a:prstDash val="solid"/>
            <a:round/>
            <a:headEnd len="med" w="med" type="none"/>
            <a:tailEnd len="med" w="med" type="none"/>
          </a:ln>
        </p:spPr>
      </p:cxnSp>
      <p:cxnSp>
        <p:nvCxnSpPr>
          <p:cNvPr id="361" name="Google Shape;361;p42"/>
          <p:cNvCxnSpPr>
            <a:stCxn id="353" idx="2"/>
            <a:endCxn id="339" idx="0"/>
          </p:cNvCxnSpPr>
          <p:nvPr/>
        </p:nvCxnSpPr>
        <p:spPr>
          <a:xfrm>
            <a:off x="7510975" y="3453775"/>
            <a:ext cx="0" cy="243300"/>
          </a:xfrm>
          <a:prstGeom prst="straightConnector1">
            <a:avLst/>
          </a:prstGeom>
          <a:noFill/>
          <a:ln cap="flat" cmpd="sng" w="9525">
            <a:solidFill>
              <a:schemeClr val="dk1"/>
            </a:solidFill>
            <a:prstDash val="solid"/>
            <a:round/>
            <a:headEnd len="med" w="med" type="none"/>
            <a:tailEnd len="med" w="med" type="none"/>
          </a:ln>
        </p:spPr>
      </p:cxnSp>
      <p:cxnSp>
        <p:nvCxnSpPr>
          <p:cNvPr id="362" name="Google Shape;362;p42"/>
          <p:cNvCxnSpPr>
            <a:stCxn id="346" idx="3"/>
            <a:endCxn id="348" idx="1"/>
          </p:cNvCxnSpPr>
          <p:nvPr/>
        </p:nvCxnSpPr>
        <p:spPr>
          <a:xfrm flipH="1">
            <a:off x="1501075" y="1515825"/>
            <a:ext cx="6128100" cy="1819800"/>
          </a:xfrm>
          <a:prstGeom prst="bentConnector5">
            <a:avLst>
              <a:gd fmla="val -13181" name="adj1"/>
              <a:gd fmla="val 76379" name="adj2"/>
              <a:gd fmla="val 112822" name="adj3"/>
            </a:avLst>
          </a:prstGeom>
          <a:noFill/>
          <a:ln cap="flat" cmpd="sng" w="9525">
            <a:solidFill>
              <a:schemeClr val="dk1"/>
            </a:solidFill>
            <a:prstDash val="solid"/>
            <a:round/>
            <a:headEnd len="med" w="med" type="none"/>
            <a:tailEnd len="med" w="med" type="none"/>
          </a:ln>
        </p:spPr>
      </p:cxnSp>
      <p:sp>
        <p:nvSpPr>
          <p:cNvPr id="348" name="Google Shape;348;p42"/>
          <p:cNvSpPr/>
          <p:nvPr/>
        </p:nvSpPr>
        <p:spPr>
          <a:xfrm>
            <a:off x="1501075" y="321737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2"/>
          <p:cNvSpPr/>
          <p:nvPr/>
        </p:nvSpPr>
        <p:spPr>
          <a:xfrm>
            <a:off x="3464975" y="321737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2"/>
          <p:cNvSpPr/>
          <p:nvPr/>
        </p:nvSpPr>
        <p:spPr>
          <a:xfrm>
            <a:off x="5428875" y="321737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2"/>
          <p:cNvSpPr/>
          <p:nvPr/>
        </p:nvSpPr>
        <p:spPr>
          <a:xfrm>
            <a:off x="7392775" y="321737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r</a:t>
            </a:r>
            <a:r>
              <a:rPr lang="en"/>
              <a:t>oadmap</a:t>
            </a:r>
            <a:endParaRPr/>
          </a:p>
        </p:txBody>
      </p:sp>
      <p:graphicFrame>
        <p:nvGraphicFramePr>
          <p:cNvPr id="368" name="Google Shape;368;p43"/>
          <p:cNvGraphicFramePr/>
          <p:nvPr/>
        </p:nvGraphicFramePr>
        <p:xfrm>
          <a:off x="713225" y="1215438"/>
          <a:ext cx="3000000" cy="3000000"/>
        </p:xfrm>
        <a:graphic>
          <a:graphicData uri="http://schemas.openxmlformats.org/drawingml/2006/table">
            <a:tbl>
              <a:tblPr>
                <a:noFill/>
                <a:tableStyleId>{DDA47F67-EFE1-4C8B-907D-3D13EBD83EE4}</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50325">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Initiative</a:t>
                      </a:r>
                      <a:endParaRPr b="1" sz="1800">
                        <a:solidFill>
                          <a:schemeClr val="dk1"/>
                        </a:solidFill>
                        <a:latin typeface="Monda"/>
                        <a:ea typeface="Monda"/>
                        <a:cs typeface="Monda"/>
                        <a:sym typeface="Mond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Objective</a:t>
                      </a:r>
                      <a:endParaRPr b="1" sz="1200">
                        <a:solidFill>
                          <a:schemeClr val="dk1"/>
                        </a:solidFill>
                        <a:latin typeface="Monda"/>
                        <a:ea typeface="Monda"/>
                        <a:cs typeface="Monda"/>
                        <a:sym typeface="Monda"/>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Jan</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Feb</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Mar</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Monda"/>
                          <a:ea typeface="Monda"/>
                          <a:cs typeface="Monda"/>
                          <a:sym typeface="Monda"/>
                        </a:rPr>
                        <a:t>Apr</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May</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Jun</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Jul</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Aug</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Sep</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Oct</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Nov</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Monda"/>
                          <a:ea typeface="Monda"/>
                          <a:cs typeface="Monda"/>
                          <a:sym typeface="Monda"/>
                        </a:rPr>
                        <a:t>Dec</a:t>
                      </a:r>
                      <a:endParaRPr b="1" sz="1200">
                        <a:solidFill>
                          <a:schemeClr val="dk1"/>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4757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Market   research</a:t>
                      </a:r>
                      <a:endParaRPr b="1" sz="1200">
                        <a:solidFill>
                          <a:schemeClr val="dk1"/>
                        </a:solidFill>
                        <a:latin typeface="Monda"/>
                        <a:ea typeface="Monda"/>
                        <a:cs typeface="Monda"/>
                        <a:sym typeface="Monda"/>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latin typeface="Open Sans Medium"/>
                          <a:ea typeface="Open Sans Medium"/>
                          <a:cs typeface="Open Sans Medium"/>
                          <a:sym typeface="Open Sans Medium"/>
                        </a:rPr>
                        <a:t>Increase brand awareness by 30% within the first year</a:t>
                      </a:r>
                      <a:endParaRPr sz="1000">
                        <a:latin typeface="Open Sans Medium"/>
                        <a:ea typeface="Open Sans Medium"/>
                        <a:cs typeface="Open Sans Medium"/>
                        <a:sym typeface="Open Sans Medium"/>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757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Product development</a:t>
                      </a:r>
                      <a:endParaRPr b="1" sz="1200">
                        <a:solidFill>
                          <a:schemeClr val="dk1"/>
                        </a:solidFill>
                        <a:latin typeface="Monda"/>
                        <a:ea typeface="Monda"/>
                        <a:cs typeface="Monda"/>
                        <a:sym typeface="Monda"/>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latin typeface="Open Sans Medium"/>
                          <a:ea typeface="Open Sans Medium"/>
                          <a:cs typeface="Open Sans Medium"/>
                          <a:sym typeface="Open Sans Medium"/>
                        </a:rPr>
                        <a:t>Achieve a customer satisfaction rate of 90%</a:t>
                      </a:r>
                      <a:endParaRPr sz="1000">
                        <a:latin typeface="Open Sans Medium"/>
                        <a:ea typeface="Open Sans Medium"/>
                        <a:cs typeface="Open Sans Medium"/>
                        <a:sym typeface="Open Sans Medium"/>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757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Marketing campaign</a:t>
                      </a:r>
                      <a:endParaRPr b="1" sz="1200">
                        <a:solidFill>
                          <a:schemeClr val="dk1"/>
                        </a:solidFill>
                        <a:latin typeface="Monda"/>
                        <a:ea typeface="Monda"/>
                        <a:cs typeface="Monda"/>
                        <a:sym typeface="Monda"/>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latin typeface="Open Sans Medium"/>
                          <a:ea typeface="Open Sans Medium"/>
                          <a:cs typeface="Open Sans Medium"/>
                          <a:sym typeface="Open Sans Medium"/>
                        </a:rPr>
                        <a:t>Increase revenue by 20% within the first year</a:t>
                      </a:r>
                      <a:endParaRPr sz="1000">
                        <a:latin typeface="Open Sans Medium"/>
                        <a:ea typeface="Open Sans Medium"/>
                        <a:cs typeface="Open Sans Medium"/>
                        <a:sym typeface="Open Sans Medium"/>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757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Product      launch</a:t>
                      </a:r>
                      <a:endParaRPr b="1" sz="1200">
                        <a:solidFill>
                          <a:schemeClr val="dk1"/>
                        </a:solidFill>
                        <a:latin typeface="Monda"/>
                        <a:ea typeface="Monda"/>
                        <a:cs typeface="Monda"/>
                        <a:sym typeface="Monda"/>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latin typeface="Open Sans Medium"/>
                          <a:ea typeface="Open Sans Medium"/>
                          <a:cs typeface="Open Sans Medium"/>
                          <a:sym typeface="Open Sans Medium"/>
                        </a:rPr>
                        <a:t>Achieve a customer satisfaction rate of 90% within the first year</a:t>
                      </a:r>
                      <a:endParaRPr sz="1000">
                        <a:solidFill>
                          <a:srgbClr val="191919"/>
                        </a:solidFill>
                        <a:latin typeface="Open Sans Medium"/>
                        <a:ea typeface="Open Sans Medium"/>
                        <a:cs typeface="Open Sans Medium"/>
                        <a:sym typeface="Open Sans Medium"/>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575725">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Expansion</a:t>
                      </a:r>
                      <a:endParaRPr b="1" sz="1200">
                        <a:solidFill>
                          <a:schemeClr val="dk1"/>
                        </a:solidFill>
                        <a:latin typeface="Monda"/>
                        <a:ea typeface="Monda"/>
                        <a:cs typeface="Monda"/>
                        <a:sym typeface="Monda"/>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solidFill>
                            <a:srgbClr val="191919"/>
                          </a:solidFill>
                          <a:latin typeface="Open Sans Medium"/>
                          <a:ea typeface="Open Sans Medium"/>
                          <a:cs typeface="Open Sans Medium"/>
                          <a:sym typeface="Open Sans Medium"/>
                        </a:rPr>
                        <a:t>Reduce costs by 15% within the first year by expanding the product</a:t>
                      </a:r>
                      <a:endParaRPr sz="1000">
                        <a:solidFill>
                          <a:srgbClr val="191919"/>
                        </a:solidFill>
                        <a:latin typeface="Open Sans Medium"/>
                        <a:ea typeface="Open Sans Medium"/>
                        <a:cs typeface="Open Sans Medium"/>
                        <a:sym typeface="Open Sans Medium"/>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9475">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Partnership</a:t>
                      </a:r>
                      <a:endParaRPr b="1" sz="1200">
                        <a:solidFill>
                          <a:schemeClr val="dk1"/>
                        </a:solidFill>
                        <a:latin typeface="Monda"/>
                        <a:ea typeface="Monda"/>
                        <a:cs typeface="Monda"/>
                        <a:sym typeface="Monda"/>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solidFill>
                            <a:srgbClr val="191919"/>
                          </a:solidFill>
                          <a:latin typeface="Open Sans Medium"/>
                          <a:ea typeface="Open Sans Medium"/>
                          <a:cs typeface="Open Sans Medium"/>
                          <a:sym typeface="Open Sans Medium"/>
                        </a:rPr>
                        <a:t>Reach profitability within 18 months of launch</a:t>
                      </a:r>
                      <a:endParaRPr sz="1000">
                        <a:solidFill>
                          <a:srgbClr val="191919"/>
                        </a:solidFill>
                        <a:latin typeface="Open Sans Medium"/>
                        <a:ea typeface="Open Sans Medium"/>
                        <a:cs typeface="Open Sans Medium"/>
                        <a:sym typeface="Open Sans Medium"/>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Monda"/>
                        <a:ea typeface="Monda"/>
                        <a:cs typeface="Monda"/>
                        <a:sym typeface="Monda"/>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 name="Shape 372"/>
        <p:cNvGrpSpPr/>
        <p:nvPr/>
      </p:nvGrpSpPr>
      <p:grpSpPr>
        <a:xfrm>
          <a:off x="0" y="0"/>
          <a:ext cx="0" cy="0"/>
          <a:chOff x="0" y="0"/>
          <a:chExt cx="0" cy="0"/>
        </a:xfrm>
      </p:grpSpPr>
      <p:sp>
        <p:nvSpPr>
          <p:cNvPr id="373" name="Google Shape;373;p44"/>
          <p:cNvSpPr/>
          <p:nvPr/>
        </p:nvSpPr>
        <p:spPr>
          <a:xfrm>
            <a:off x="7768400" y="3910350"/>
            <a:ext cx="1165200" cy="1165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4"/>
          <p:cNvSpPr txBox="1"/>
          <p:nvPr>
            <p:ph type="title"/>
          </p:nvPr>
        </p:nvSpPr>
        <p:spPr>
          <a:xfrm>
            <a:off x="3755275" y="787150"/>
            <a:ext cx="4675500" cy="60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375" name="Google Shape;375;p44"/>
          <p:cNvSpPr txBox="1"/>
          <p:nvPr>
            <p:ph idx="1" type="subTitle"/>
          </p:nvPr>
        </p:nvSpPr>
        <p:spPr>
          <a:xfrm>
            <a:off x="3755275" y="1731300"/>
            <a:ext cx="4675500" cy="75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376" name="Google Shape;376;p44"/>
          <p:cNvPicPr preferRelativeResize="0"/>
          <p:nvPr>
            <p:ph idx="2" type="pic"/>
          </p:nvPr>
        </p:nvPicPr>
        <p:blipFill rotWithShape="1">
          <a:blip r:embed="rId3">
            <a:alphaModFix/>
          </a:blip>
          <a:srcRect b="14386" l="5886" r="16565" t="9499"/>
          <a:stretch/>
        </p:blipFill>
        <p:spPr>
          <a:xfrm>
            <a:off x="713225" y="539500"/>
            <a:ext cx="2760600" cy="4064400"/>
          </a:xfrm>
          <a:prstGeom prst="round2DiagRect">
            <a:avLst>
              <a:gd fmla="val 16667" name="adj1"/>
              <a:gd fmla="val 0" name="adj2"/>
            </a:avLst>
          </a:prstGeom>
        </p:spPr>
      </p:pic>
      <p:pic>
        <p:nvPicPr>
          <p:cNvPr id="377" name="Google Shape;377;p44"/>
          <p:cNvPicPr preferRelativeResize="0"/>
          <p:nvPr>
            <p:ph idx="3" type="pic"/>
          </p:nvPr>
        </p:nvPicPr>
        <p:blipFill rotWithShape="1">
          <a:blip r:embed="rId4">
            <a:alphaModFix/>
          </a:blip>
          <a:srcRect b="35732" l="0" r="0" t="1414"/>
          <a:stretch/>
        </p:blipFill>
        <p:spPr>
          <a:xfrm flipH="1">
            <a:off x="3713275" y="2627325"/>
            <a:ext cx="4717500" cy="1976700"/>
          </a:xfrm>
          <a:prstGeom prst="round2DiagRect">
            <a:avLst>
              <a:gd fmla="val 16667" name="adj1"/>
              <a:gd fmla="val 0" name="adj2"/>
            </a:avLst>
          </a:prstGeom>
        </p:spPr>
      </p:pic>
      <p:sp>
        <p:nvSpPr>
          <p:cNvPr id="378" name="Google Shape;378;p44"/>
          <p:cNvSpPr/>
          <p:nvPr/>
        </p:nvSpPr>
        <p:spPr>
          <a:xfrm rot="10800000">
            <a:off x="7804650" y="-567525"/>
            <a:ext cx="1731300" cy="1072500"/>
          </a:xfrm>
          <a:prstGeom prst="round2SameRect">
            <a:avLst>
              <a:gd fmla="val 40354" name="adj1"/>
              <a:gd fmla="val 0" name="adj2"/>
            </a:avLst>
          </a:prstGeom>
          <a:noFill/>
          <a:ln cap="flat" cmpd="sng" w="1143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4"/>
          <p:cNvSpPr/>
          <p:nvPr/>
        </p:nvSpPr>
        <p:spPr>
          <a:xfrm>
            <a:off x="67475" y="3409950"/>
            <a:ext cx="1665600" cy="166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4"/>
          <p:cNvSpPr/>
          <p:nvPr/>
        </p:nvSpPr>
        <p:spPr>
          <a:xfrm>
            <a:off x="288525" y="4280150"/>
            <a:ext cx="2760600" cy="3249300"/>
          </a:xfrm>
          <a:prstGeom prst="round2SameRect">
            <a:avLst>
              <a:gd fmla="val 31395" name="adj1"/>
              <a:gd fmla="val 0" name="adj2"/>
            </a:avLst>
          </a:prstGeom>
          <a:noFill/>
          <a:ln cap="flat" cmpd="sng" w="1524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expenses</a:t>
            </a:r>
            <a:endParaRPr/>
          </a:p>
        </p:txBody>
      </p:sp>
      <p:sp>
        <p:nvSpPr>
          <p:cNvPr id="386" name="Google Shape;386;p45"/>
          <p:cNvSpPr txBox="1"/>
          <p:nvPr/>
        </p:nvSpPr>
        <p:spPr>
          <a:xfrm>
            <a:off x="6190500" y="1764075"/>
            <a:ext cx="2233500" cy="3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rgbClr val="E01157"/>
                </a:solidFill>
                <a:latin typeface="Monda"/>
                <a:ea typeface="Monda"/>
                <a:cs typeface="Monda"/>
                <a:sym typeface="Monda"/>
              </a:rPr>
              <a:t>Labor</a:t>
            </a:r>
            <a:endParaRPr b="1" sz="1800">
              <a:solidFill>
                <a:srgbClr val="E01157"/>
              </a:solidFill>
              <a:latin typeface="Monda"/>
              <a:ea typeface="Monda"/>
              <a:cs typeface="Monda"/>
              <a:sym typeface="Monda"/>
            </a:endParaRPr>
          </a:p>
        </p:txBody>
      </p:sp>
      <p:sp>
        <p:nvSpPr>
          <p:cNvPr id="387" name="Google Shape;387;p45"/>
          <p:cNvSpPr/>
          <p:nvPr/>
        </p:nvSpPr>
        <p:spPr>
          <a:xfrm>
            <a:off x="5676050" y="1834425"/>
            <a:ext cx="236400" cy="236400"/>
          </a:xfrm>
          <a:prstGeom prst="roundRect">
            <a:avLst>
              <a:gd fmla="val 16667" name="adj"/>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5"/>
          <p:cNvSpPr txBox="1"/>
          <p:nvPr/>
        </p:nvSpPr>
        <p:spPr>
          <a:xfrm>
            <a:off x="6190500" y="2278425"/>
            <a:ext cx="2233500" cy="3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rgbClr val="E01157"/>
                </a:solidFill>
                <a:latin typeface="Monda"/>
                <a:ea typeface="Monda"/>
                <a:cs typeface="Monda"/>
                <a:sym typeface="Monda"/>
              </a:rPr>
              <a:t>Materials</a:t>
            </a:r>
            <a:endParaRPr b="1" sz="1800">
              <a:solidFill>
                <a:srgbClr val="E01157"/>
              </a:solidFill>
              <a:latin typeface="Monda"/>
              <a:ea typeface="Monda"/>
              <a:cs typeface="Monda"/>
              <a:sym typeface="Monda"/>
            </a:endParaRPr>
          </a:p>
        </p:txBody>
      </p:sp>
      <p:sp>
        <p:nvSpPr>
          <p:cNvPr id="389" name="Google Shape;389;p45"/>
          <p:cNvSpPr/>
          <p:nvPr/>
        </p:nvSpPr>
        <p:spPr>
          <a:xfrm>
            <a:off x="5676050" y="2348775"/>
            <a:ext cx="236400" cy="236400"/>
          </a:xfrm>
          <a:prstGeom prst="roundRect">
            <a:avLst>
              <a:gd fmla="val 16667" name="adj"/>
            </a:avLst>
          </a:prstGeom>
          <a:no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5"/>
          <p:cNvSpPr txBox="1"/>
          <p:nvPr/>
        </p:nvSpPr>
        <p:spPr>
          <a:xfrm>
            <a:off x="6190500" y="2792775"/>
            <a:ext cx="2233500" cy="3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rgbClr val="E01157"/>
                </a:solidFill>
                <a:latin typeface="Monda"/>
                <a:ea typeface="Monda"/>
                <a:cs typeface="Monda"/>
                <a:sym typeface="Monda"/>
              </a:rPr>
              <a:t>Equipment</a:t>
            </a:r>
            <a:endParaRPr b="1" sz="1800">
              <a:solidFill>
                <a:srgbClr val="E01157"/>
              </a:solidFill>
              <a:latin typeface="Monda"/>
              <a:ea typeface="Monda"/>
              <a:cs typeface="Monda"/>
              <a:sym typeface="Monda"/>
            </a:endParaRPr>
          </a:p>
        </p:txBody>
      </p:sp>
      <p:sp>
        <p:nvSpPr>
          <p:cNvPr id="391" name="Google Shape;391;p45"/>
          <p:cNvSpPr/>
          <p:nvPr/>
        </p:nvSpPr>
        <p:spPr>
          <a:xfrm>
            <a:off x="5676050" y="2863125"/>
            <a:ext cx="236400" cy="236400"/>
          </a:xfrm>
          <a:prstGeom prst="roundRect">
            <a:avLst>
              <a:gd fmla="val 16667" name="adj"/>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5"/>
          <p:cNvSpPr txBox="1"/>
          <p:nvPr/>
        </p:nvSpPr>
        <p:spPr>
          <a:xfrm>
            <a:off x="6190500" y="3307125"/>
            <a:ext cx="2233500" cy="3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rgbClr val="E01157"/>
                </a:solidFill>
                <a:latin typeface="Monda"/>
                <a:ea typeface="Monda"/>
                <a:cs typeface="Monda"/>
                <a:sym typeface="Monda"/>
              </a:rPr>
              <a:t>Other</a:t>
            </a:r>
            <a:endParaRPr b="1" sz="1800">
              <a:solidFill>
                <a:srgbClr val="E01157"/>
              </a:solidFill>
              <a:latin typeface="Monda"/>
              <a:ea typeface="Monda"/>
              <a:cs typeface="Monda"/>
              <a:sym typeface="Monda"/>
            </a:endParaRPr>
          </a:p>
        </p:txBody>
      </p:sp>
      <p:sp>
        <p:nvSpPr>
          <p:cNvPr id="393" name="Google Shape;393;p45"/>
          <p:cNvSpPr/>
          <p:nvPr/>
        </p:nvSpPr>
        <p:spPr>
          <a:xfrm>
            <a:off x="5676050" y="3377475"/>
            <a:ext cx="236400" cy="236400"/>
          </a:xfrm>
          <a:prstGeom prst="roundRect">
            <a:avLst>
              <a:gd fmla="val 16667" name="adj"/>
            </a:avLst>
          </a:pr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4" name="Google Shape;394;p45" title="Chart">
            <a:hlinkClick r:id="rId3"/>
          </p:cNvPr>
          <p:cNvPicPr preferRelativeResize="0"/>
          <p:nvPr/>
        </p:nvPicPr>
        <p:blipFill>
          <a:blip r:embed="rId4">
            <a:alphaModFix/>
          </a:blip>
          <a:stretch>
            <a:fillRect/>
          </a:stretch>
        </p:blipFill>
        <p:spPr>
          <a:xfrm>
            <a:off x="720000" y="1280825"/>
            <a:ext cx="4175499" cy="2581850"/>
          </a:xfrm>
          <a:prstGeom prst="rect">
            <a:avLst/>
          </a:prstGeom>
          <a:noFill/>
          <a:ln>
            <a:noFill/>
          </a:ln>
        </p:spPr>
      </p:pic>
      <p:sp>
        <p:nvSpPr>
          <p:cNvPr id="395" name="Google Shape;395;p45"/>
          <p:cNvSpPr txBox="1"/>
          <p:nvPr/>
        </p:nvSpPr>
        <p:spPr>
          <a:xfrm>
            <a:off x="720008" y="4356800"/>
            <a:ext cx="7516800" cy="24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Medium"/>
                <a:ea typeface="Open Sans Medium"/>
                <a:cs typeface="Open Sans Medium"/>
                <a:sym typeface="Open Sans Medium"/>
              </a:rPr>
              <a:t>Follow the link in the graph to modify its data and then paste the new one here. </a:t>
            </a:r>
            <a:r>
              <a:rPr b="1" lang="en" sz="1000" u="sng">
                <a:solidFill>
                  <a:schemeClr val="dk1"/>
                </a:solidFill>
                <a:latin typeface="Open Sans"/>
                <a:ea typeface="Open Sans"/>
                <a:cs typeface="Open Sans"/>
                <a:sym typeface="Open Sans"/>
                <a:hlinkClick r:id="rId5">
                  <a:extLst>
                    <a:ext uri="{A12FA001-AC4F-418D-AE19-62706E023703}">
                      <ahyp:hlinkClr val="tx"/>
                    </a:ext>
                  </a:extLst>
                </a:hlinkClick>
              </a:rPr>
              <a:t>For more info, click here</a:t>
            </a:r>
            <a:endParaRPr b="1" sz="1000" u="sng">
              <a:solidFill>
                <a:schemeClr val="dk1"/>
              </a:solidFill>
              <a:latin typeface="Open Sans"/>
              <a:ea typeface="Open Sans"/>
              <a:cs typeface="Open Sans"/>
              <a:sym typeface="Open Sans"/>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 name="Shape 399"/>
        <p:cNvGrpSpPr/>
        <p:nvPr/>
      </p:nvGrpSpPr>
      <p:grpSpPr>
        <a:xfrm>
          <a:off x="0" y="0"/>
          <a:ext cx="0" cy="0"/>
          <a:chOff x="0" y="0"/>
          <a:chExt cx="0" cy="0"/>
        </a:xfrm>
      </p:grpSpPr>
      <p:sp>
        <p:nvSpPr>
          <p:cNvPr id="400" name="Google Shape;40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401" name="Google Shape;401;p46"/>
          <p:cNvGraphicFramePr/>
          <p:nvPr/>
        </p:nvGraphicFramePr>
        <p:xfrm>
          <a:off x="720000" y="1262525"/>
          <a:ext cx="3000000" cy="3000000"/>
        </p:xfrm>
        <a:graphic>
          <a:graphicData uri="http://schemas.openxmlformats.org/drawingml/2006/table">
            <a:tbl>
              <a:tblPr>
                <a:noFill/>
                <a:tableStyleId>{D20E3AAB-C825-45CB-85BA-CBA2437CDD15}</a:tableStyleId>
              </a:tblPr>
              <a:tblGrid>
                <a:gridCol w="1009200"/>
                <a:gridCol w="1047300"/>
                <a:gridCol w="1028250"/>
              </a:tblGrid>
              <a:tr h="50180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Resource</a:t>
                      </a:r>
                      <a:endParaRPr b="1" sz="1200">
                        <a:solidFill>
                          <a:schemeClr val="dk1"/>
                        </a:solidFill>
                        <a:latin typeface="Monda"/>
                        <a:ea typeface="Monda"/>
                        <a:cs typeface="Monda"/>
                        <a:sym typeface="Monda"/>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Utilization rate</a:t>
                      </a:r>
                      <a:endParaRPr b="1" sz="1200">
                        <a:solidFill>
                          <a:schemeClr val="dk1"/>
                        </a:solidFill>
                        <a:latin typeface="Monda"/>
                        <a:ea typeface="Monda"/>
                        <a:cs typeface="Monda"/>
                        <a:sym typeface="Monda"/>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Cost</a:t>
                      </a:r>
                      <a:endParaRPr b="1" sz="1200">
                        <a:solidFill>
                          <a:schemeClr val="dk1"/>
                        </a:solidFill>
                        <a:latin typeface="Monda"/>
                        <a:ea typeface="Monda"/>
                        <a:cs typeface="Monda"/>
                        <a:sym typeface="Monda"/>
                      </a:endParaRPr>
                    </a:p>
                    <a:p>
                      <a:pPr indent="0" lvl="0" marL="0" rtl="0" algn="ctr">
                        <a:spcBef>
                          <a:spcPts val="0"/>
                        </a:spcBef>
                        <a:spcAft>
                          <a:spcPts val="0"/>
                        </a:spcAft>
                        <a:buNone/>
                      </a:pPr>
                      <a:r>
                        <a:rPr b="1" lang="en" sz="1200">
                          <a:solidFill>
                            <a:schemeClr val="dk1"/>
                          </a:solidFill>
                          <a:latin typeface="Monda"/>
                          <a:ea typeface="Monda"/>
                          <a:cs typeface="Monda"/>
                          <a:sym typeface="Monda"/>
                        </a:rPr>
                        <a:t>per unit</a:t>
                      </a:r>
                      <a:endParaRPr b="1" sz="1200">
                        <a:solidFill>
                          <a:schemeClr val="dk1"/>
                        </a:solidFill>
                        <a:latin typeface="Monda"/>
                        <a:ea typeface="Monda"/>
                        <a:cs typeface="Monda"/>
                        <a:sym typeface="Monda"/>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4165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Labor</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85%</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$50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65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Equipment</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70%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$100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65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Materials</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95%</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$20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65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Rent</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90%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$1,000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65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Energy</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8</a:t>
                      </a:r>
                      <a:r>
                        <a:rPr lang="en" sz="1100">
                          <a:solidFill>
                            <a:schemeClr val="dk1"/>
                          </a:solidFill>
                          <a:latin typeface="Open Sans Medium"/>
                          <a:ea typeface="Open Sans Medium"/>
                          <a:cs typeface="Open Sans Medium"/>
                          <a:sym typeface="Open Sans Medium"/>
                        </a:rPr>
                        <a:t>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$80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6550">
                <a:tc>
                  <a:txBody>
                    <a:bodyPr/>
                    <a:lstStyle/>
                    <a:p>
                      <a:pPr indent="0" lvl="0" marL="0" rtl="0" algn="ctr">
                        <a:spcBef>
                          <a:spcPts val="0"/>
                        </a:spcBef>
                        <a:spcAft>
                          <a:spcPts val="0"/>
                        </a:spcAft>
                        <a:buNone/>
                      </a:pPr>
                      <a:r>
                        <a:rPr b="1" lang="en" sz="1200">
                          <a:solidFill>
                            <a:schemeClr val="dk1"/>
                          </a:solidFill>
                          <a:latin typeface="Monda"/>
                          <a:ea typeface="Monda"/>
                          <a:cs typeface="Monda"/>
                          <a:sym typeface="Monda"/>
                        </a:rPr>
                        <a:t>Software licenses</a:t>
                      </a:r>
                      <a:endParaRPr b="1" sz="1200">
                        <a:solidFill>
                          <a:schemeClr val="dk1"/>
                        </a:solidFill>
                        <a:latin typeface="Monda"/>
                        <a:ea typeface="Monda"/>
                        <a:cs typeface="Monda"/>
                        <a:sym typeface="Mond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80%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Open Sans Medium"/>
                          <a:ea typeface="Open Sans Medium"/>
                          <a:cs typeface="Open Sans Medium"/>
                          <a:sym typeface="Open Sans Medium"/>
                        </a:rPr>
                        <a:t>$200</a:t>
                      </a:r>
                      <a:endParaRPr sz="1100">
                        <a:solidFill>
                          <a:schemeClr val="dk1"/>
                        </a:solidFill>
                        <a:latin typeface="Open Sans Medium"/>
                        <a:ea typeface="Open Sans Medium"/>
                        <a:cs typeface="Open Sans Medium"/>
                        <a:sym typeface="Open Sans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402" name="Google Shape;402;p46"/>
          <p:cNvSpPr txBox="1"/>
          <p:nvPr/>
        </p:nvSpPr>
        <p:spPr>
          <a:xfrm>
            <a:off x="3943175" y="1257300"/>
            <a:ext cx="20214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Monda"/>
                <a:ea typeface="Monda"/>
                <a:cs typeface="Monda"/>
                <a:sym typeface="Monda"/>
              </a:rPr>
              <a:t>120 u/day</a:t>
            </a:r>
            <a:endParaRPr b="1" sz="1800">
              <a:solidFill>
                <a:schemeClr val="dk2"/>
              </a:solidFill>
              <a:latin typeface="Monda"/>
              <a:ea typeface="Monda"/>
              <a:cs typeface="Monda"/>
              <a:sym typeface="Monda"/>
            </a:endParaRPr>
          </a:p>
        </p:txBody>
      </p:sp>
      <p:sp>
        <p:nvSpPr>
          <p:cNvPr id="403" name="Google Shape;403;p46"/>
          <p:cNvSpPr txBox="1"/>
          <p:nvPr/>
        </p:nvSpPr>
        <p:spPr>
          <a:xfrm>
            <a:off x="6409275" y="1257300"/>
            <a:ext cx="20214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Monda"/>
                <a:ea typeface="Monda"/>
                <a:cs typeface="Monda"/>
                <a:sym typeface="Monda"/>
              </a:rPr>
              <a:t>2h</a:t>
            </a:r>
            <a:endParaRPr b="1" sz="1800">
              <a:solidFill>
                <a:schemeClr val="dk2"/>
              </a:solidFill>
              <a:latin typeface="Monda"/>
              <a:ea typeface="Monda"/>
              <a:cs typeface="Monda"/>
              <a:sym typeface="Monda"/>
            </a:endParaRPr>
          </a:p>
        </p:txBody>
      </p:sp>
      <p:sp>
        <p:nvSpPr>
          <p:cNvPr id="404" name="Google Shape;404;p46"/>
          <p:cNvSpPr txBox="1"/>
          <p:nvPr/>
        </p:nvSpPr>
        <p:spPr>
          <a:xfrm>
            <a:off x="3943175" y="1815125"/>
            <a:ext cx="20214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Output per worker</a:t>
            </a:r>
            <a:endParaRPr sz="1200">
              <a:solidFill>
                <a:schemeClr val="dk1"/>
              </a:solidFill>
              <a:latin typeface="Open Sans Medium"/>
              <a:ea typeface="Open Sans Medium"/>
              <a:cs typeface="Open Sans Medium"/>
              <a:sym typeface="Open Sans Medium"/>
            </a:endParaRPr>
          </a:p>
        </p:txBody>
      </p:sp>
      <p:sp>
        <p:nvSpPr>
          <p:cNvPr id="405" name="Google Shape;405;p46"/>
          <p:cNvSpPr txBox="1"/>
          <p:nvPr/>
        </p:nvSpPr>
        <p:spPr>
          <a:xfrm>
            <a:off x="6409275" y="1815125"/>
            <a:ext cx="20214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Medium"/>
                <a:ea typeface="Open Sans Medium"/>
                <a:cs typeface="Open Sans Medium"/>
                <a:sym typeface="Open Sans Medium"/>
              </a:rPr>
              <a:t>Time to complete a task</a:t>
            </a:r>
            <a:endParaRPr sz="1200">
              <a:solidFill>
                <a:schemeClr val="dk1"/>
              </a:solidFill>
              <a:latin typeface="Open Sans Medium"/>
              <a:ea typeface="Open Sans Medium"/>
              <a:cs typeface="Open Sans Medium"/>
              <a:sym typeface="Open Sans Medium"/>
            </a:endParaRPr>
          </a:p>
        </p:txBody>
      </p:sp>
      <p:sp>
        <p:nvSpPr>
          <p:cNvPr id="406" name="Google Shape;406;p46"/>
          <p:cNvSpPr txBox="1"/>
          <p:nvPr/>
        </p:nvSpPr>
        <p:spPr>
          <a:xfrm>
            <a:off x="720008" y="4356800"/>
            <a:ext cx="7516800" cy="24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Medium"/>
                <a:ea typeface="Open Sans Medium"/>
                <a:cs typeface="Open Sans Medium"/>
                <a:sym typeface="Open Sans Medium"/>
              </a:rPr>
              <a:t>Follow the link in the graph to modify its data and then paste the new one here.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For more info, click here</a:t>
            </a:r>
            <a:endParaRPr b="1" sz="1000" u="sng">
              <a:solidFill>
                <a:schemeClr val="dk1"/>
              </a:solidFill>
              <a:latin typeface="Open Sans"/>
              <a:ea typeface="Open Sans"/>
              <a:cs typeface="Open Sans"/>
              <a:sym typeface="Open Sans"/>
            </a:endParaRPr>
          </a:p>
        </p:txBody>
      </p:sp>
      <p:pic>
        <p:nvPicPr>
          <p:cNvPr id="407" name="Google Shape;407;p46" title="Chart">
            <a:hlinkClick r:id="rId4"/>
          </p:cNvPr>
          <p:cNvPicPr preferRelativeResize="0"/>
          <p:nvPr/>
        </p:nvPicPr>
        <p:blipFill>
          <a:blip r:embed="rId5">
            <a:alphaModFix/>
          </a:blip>
          <a:stretch>
            <a:fillRect/>
          </a:stretch>
        </p:blipFill>
        <p:spPr>
          <a:xfrm>
            <a:off x="4665625" y="2300050"/>
            <a:ext cx="3042600" cy="1881337"/>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47"/>
          <p:cNvSpPr/>
          <p:nvPr/>
        </p:nvSpPr>
        <p:spPr>
          <a:xfrm flipH="1" rot="5400000">
            <a:off x="2340825" y="1531825"/>
            <a:ext cx="1865100" cy="1229700"/>
          </a:xfrm>
          <a:prstGeom prst="round2SameRect">
            <a:avLst>
              <a:gd fmla="val 31395" name="adj1"/>
              <a:gd fmla="val 0" name="adj2"/>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7"/>
          <p:cNvSpPr txBox="1"/>
          <p:nvPr>
            <p:ph type="title"/>
          </p:nvPr>
        </p:nvSpPr>
        <p:spPr>
          <a:xfrm>
            <a:off x="3981250" y="758625"/>
            <a:ext cx="4448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414" name="Google Shape;414;p47"/>
          <p:cNvSpPr txBox="1"/>
          <p:nvPr>
            <p:ph idx="1" type="subTitle"/>
          </p:nvPr>
        </p:nvSpPr>
        <p:spPr>
          <a:xfrm>
            <a:off x="3981250" y="1574434"/>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2"/>
                </a:solidFill>
                <a:latin typeface="Monda"/>
                <a:ea typeface="Monda"/>
                <a:cs typeface="Monda"/>
                <a:sym typeface="Monda"/>
              </a:rPr>
              <a:t>D</a:t>
            </a:r>
            <a:r>
              <a:rPr b="1" lang="en">
                <a:solidFill>
                  <a:schemeClr val="dk2"/>
                </a:solidFill>
                <a:latin typeface="Monda"/>
                <a:ea typeface="Monda"/>
                <a:cs typeface="Monda"/>
                <a:sym typeface="Monda"/>
              </a:rPr>
              <a:t>o you have any questions?</a:t>
            </a:r>
            <a:endParaRPr b="1">
              <a:solidFill>
                <a:schemeClr val="dk2"/>
              </a:solidFill>
              <a:latin typeface="Monda"/>
              <a:ea typeface="Monda"/>
              <a:cs typeface="Monda"/>
              <a:sym typeface="Monda"/>
            </a:endParaRPr>
          </a:p>
          <a:p>
            <a:pPr indent="0" lvl="0" marL="0" rtl="0" algn="ctr">
              <a:spcBef>
                <a:spcPts val="0"/>
              </a:spcBef>
              <a:spcAft>
                <a:spcPts val="0"/>
              </a:spcAft>
              <a:buNone/>
            </a:pPr>
            <a:r>
              <a:rPr lang="en" sz="1400"/>
              <a:t>youremail@freepik.com</a:t>
            </a:r>
            <a:endParaRPr sz="1400"/>
          </a:p>
          <a:p>
            <a:pPr indent="0" lvl="0" marL="0" rtl="0" algn="ctr">
              <a:spcBef>
                <a:spcPts val="0"/>
              </a:spcBef>
              <a:spcAft>
                <a:spcPts val="0"/>
              </a:spcAft>
              <a:buNone/>
            </a:pPr>
            <a:r>
              <a:rPr lang="en" sz="1400"/>
              <a:t>+34 654 321 432</a:t>
            </a:r>
            <a:endParaRPr sz="1400"/>
          </a:p>
          <a:p>
            <a:pPr indent="0" lvl="0" marL="0" rtl="0" algn="ctr">
              <a:spcBef>
                <a:spcPts val="0"/>
              </a:spcBef>
              <a:spcAft>
                <a:spcPts val="0"/>
              </a:spcAft>
              <a:buNone/>
            </a:pPr>
            <a:r>
              <a:rPr lang="en" sz="1400"/>
              <a:t>yourwebsite.com</a:t>
            </a:r>
            <a:endParaRPr sz="1400"/>
          </a:p>
        </p:txBody>
      </p:sp>
      <p:sp>
        <p:nvSpPr>
          <p:cNvPr id="415" name="Google Shape;415;p47"/>
          <p:cNvSpPr txBox="1"/>
          <p:nvPr/>
        </p:nvSpPr>
        <p:spPr>
          <a:xfrm>
            <a:off x="3981250" y="3744850"/>
            <a:ext cx="44481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Medium"/>
                <a:ea typeface="Open Sans Medium"/>
                <a:cs typeface="Open Sans Medium"/>
                <a:sym typeface="Open Sans Medium"/>
              </a:rPr>
              <a:t>Please keep this slide for attribution</a:t>
            </a:r>
            <a:endParaRPr sz="1000">
              <a:solidFill>
                <a:schemeClr val="dk1"/>
              </a:solidFill>
              <a:latin typeface="Open Sans Medium"/>
              <a:ea typeface="Open Sans Medium"/>
              <a:cs typeface="Open Sans Medium"/>
              <a:sym typeface="Open Sans Medium"/>
            </a:endParaRPr>
          </a:p>
        </p:txBody>
      </p:sp>
      <p:pic>
        <p:nvPicPr>
          <p:cNvPr id="416" name="Google Shape;416;p47"/>
          <p:cNvPicPr preferRelativeResize="0"/>
          <p:nvPr>
            <p:ph idx="2" type="pic"/>
          </p:nvPr>
        </p:nvPicPr>
        <p:blipFill rotWithShape="1">
          <a:blip r:embed="rId3">
            <a:alphaModFix/>
          </a:blip>
          <a:srcRect b="0" l="19027" r="35691" t="0"/>
          <a:stretch/>
        </p:blipFill>
        <p:spPr>
          <a:xfrm>
            <a:off x="713225" y="539550"/>
            <a:ext cx="2760600" cy="4064400"/>
          </a:xfrm>
          <a:prstGeom prst="round2DiagRect">
            <a:avLst>
              <a:gd fmla="val 16667" name="adj1"/>
              <a:gd fmla="val 0" name="adj2"/>
            </a:avLst>
          </a:prstGeom>
        </p:spPr>
      </p:pic>
      <p:sp>
        <p:nvSpPr>
          <p:cNvPr id="417" name="Google Shape;417;p47"/>
          <p:cNvSpPr/>
          <p:nvPr/>
        </p:nvSpPr>
        <p:spPr>
          <a:xfrm>
            <a:off x="5746150" y="2871431"/>
            <a:ext cx="635100" cy="63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7"/>
          <p:cNvSpPr/>
          <p:nvPr/>
        </p:nvSpPr>
        <p:spPr>
          <a:xfrm>
            <a:off x="6666900" y="2871431"/>
            <a:ext cx="635100" cy="63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7"/>
          <p:cNvSpPr/>
          <p:nvPr/>
        </p:nvSpPr>
        <p:spPr>
          <a:xfrm>
            <a:off x="4825400" y="2871431"/>
            <a:ext cx="635100" cy="635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 name="Google Shape;420;p47"/>
          <p:cNvGrpSpPr/>
          <p:nvPr/>
        </p:nvGrpSpPr>
        <p:grpSpPr>
          <a:xfrm>
            <a:off x="6762870" y="2967646"/>
            <a:ext cx="443159" cy="442670"/>
            <a:chOff x="3752358" y="3817349"/>
            <a:chExt cx="346056" cy="345674"/>
          </a:xfrm>
        </p:grpSpPr>
        <p:sp>
          <p:nvSpPr>
            <p:cNvPr id="421" name="Google Shape;421;p4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 name="Google Shape;425;p47"/>
          <p:cNvGrpSpPr/>
          <p:nvPr/>
        </p:nvGrpSpPr>
        <p:grpSpPr>
          <a:xfrm>
            <a:off x="5842141" y="2967646"/>
            <a:ext cx="443118" cy="442670"/>
            <a:chOff x="4201447" y="3817349"/>
            <a:chExt cx="346024" cy="345674"/>
          </a:xfrm>
        </p:grpSpPr>
        <p:sp>
          <p:nvSpPr>
            <p:cNvPr id="426" name="Google Shape;426;p4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 name="Google Shape;428;p47"/>
          <p:cNvGrpSpPr/>
          <p:nvPr/>
        </p:nvGrpSpPr>
        <p:grpSpPr>
          <a:xfrm>
            <a:off x="4921391" y="2967646"/>
            <a:ext cx="443118" cy="442670"/>
            <a:chOff x="4650919" y="3817349"/>
            <a:chExt cx="346024" cy="345674"/>
          </a:xfrm>
        </p:grpSpPr>
        <p:sp>
          <p:nvSpPr>
            <p:cNvPr id="429" name="Google Shape;429;p4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47"/>
          <p:cNvSpPr/>
          <p:nvPr/>
        </p:nvSpPr>
        <p:spPr>
          <a:xfrm>
            <a:off x="67475" y="3409950"/>
            <a:ext cx="1665600" cy="1665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7"/>
          <p:cNvSpPr/>
          <p:nvPr/>
        </p:nvSpPr>
        <p:spPr>
          <a:xfrm>
            <a:off x="288525" y="4280150"/>
            <a:ext cx="2760600" cy="3249300"/>
          </a:xfrm>
          <a:prstGeom prst="round2SameRect">
            <a:avLst>
              <a:gd fmla="val 31395" name="adj1"/>
              <a:gd fmla="val 0" name="adj2"/>
            </a:avLst>
          </a:prstGeom>
          <a:noFill/>
          <a:ln cap="flat" cmpd="sng" w="1524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 name="Shape 437"/>
        <p:cNvGrpSpPr/>
        <p:nvPr/>
      </p:nvGrpSpPr>
      <p:grpSpPr>
        <a:xfrm>
          <a:off x="0" y="0"/>
          <a:ext cx="0" cy="0"/>
          <a:chOff x="0" y="0"/>
          <a:chExt cx="0" cy="0"/>
        </a:xfrm>
      </p:grpSpPr>
      <p:sp>
        <p:nvSpPr>
          <p:cNvPr id="438" name="Google Shape;438;p48"/>
          <p:cNvSpPr txBox="1"/>
          <p:nvPr>
            <p:ph idx="1" type="body"/>
          </p:nvPr>
        </p:nvSpPr>
        <p:spPr>
          <a:xfrm>
            <a:off x="720000" y="1164291"/>
            <a:ext cx="7704000" cy="4635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t>Here’s an assortment of alternative resources whose style fits the one of this template:</a:t>
            </a:r>
            <a:endParaRPr/>
          </a:p>
        </p:txBody>
      </p:sp>
      <p:sp>
        <p:nvSpPr>
          <p:cNvPr id="439" name="Google Shape;439;p48"/>
          <p:cNvSpPr txBox="1"/>
          <p:nvPr>
            <p:ph idx="4294967295" type="body"/>
          </p:nvPr>
        </p:nvSpPr>
        <p:spPr>
          <a:xfrm>
            <a:off x="720000" y="1774375"/>
            <a:ext cx="7704000" cy="23082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b="1" lang="en" sz="1800">
                <a:solidFill>
                  <a:schemeClr val="dk2"/>
                </a:solidFill>
                <a:latin typeface="Monda"/>
                <a:ea typeface="Monda"/>
                <a:cs typeface="Monda"/>
                <a:sym typeface="Monda"/>
              </a:rPr>
              <a:t>Photos:</a:t>
            </a:r>
            <a:endParaRPr b="1" sz="1800">
              <a:solidFill>
                <a:schemeClr val="dk2"/>
              </a:solidFill>
              <a:latin typeface="Monda"/>
              <a:ea typeface="Monda"/>
              <a:cs typeface="Monda"/>
              <a:sym typeface="Monda"/>
            </a:endParaRPr>
          </a:p>
          <a:p>
            <a:pPr indent="-190500" lvl="0" marL="285750" marR="0" rtl="0" algn="l">
              <a:lnSpc>
                <a:spcPct val="100000"/>
              </a:lnSpc>
              <a:spcBef>
                <a:spcPts val="1000"/>
              </a:spcBef>
              <a:spcAft>
                <a:spcPts val="0"/>
              </a:spcAft>
              <a:buSzPts val="1200"/>
              <a:buChar char="●"/>
            </a:pPr>
            <a:r>
              <a:rPr lang="en" u="sng">
                <a:solidFill>
                  <a:schemeClr val="hlink"/>
                </a:solidFill>
                <a:hlinkClick r:id="rId3"/>
              </a:rPr>
              <a:t>Close up on person working in call center</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4"/>
              </a:rPr>
              <a:t>Office worker using finance graphs</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5"/>
              </a:rPr>
              <a:t>Colleagues working together in a call center office</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6"/>
              </a:rPr>
              <a:t>Colleagues working together in a call center with headphones</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7"/>
              </a:rPr>
              <a:t>Close up on person working in call center</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8"/>
              </a:rPr>
              <a:t>People working in call center</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9"/>
              </a:rPr>
              <a:t>Medium shot woman working on laptop</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10"/>
              </a:rPr>
              <a:t>Smiley woman working in a call center office</a:t>
            </a:r>
            <a:endParaRPr/>
          </a:p>
          <a:p>
            <a:pPr indent="-190500" lvl="0" marL="285750" marR="0" rtl="0" algn="l">
              <a:lnSpc>
                <a:spcPct val="100000"/>
              </a:lnSpc>
              <a:spcBef>
                <a:spcPts val="0"/>
              </a:spcBef>
              <a:spcAft>
                <a:spcPts val="0"/>
              </a:spcAft>
              <a:buSzPts val="1200"/>
              <a:buChar char="●"/>
            </a:pPr>
            <a:r>
              <a:rPr lang="en" u="sng">
                <a:solidFill>
                  <a:schemeClr val="hlink"/>
                </a:solidFill>
                <a:hlinkClick r:id="rId11"/>
              </a:rPr>
              <a:t>Close up smiley women working</a:t>
            </a:r>
            <a:endParaRPr/>
          </a:p>
        </p:txBody>
      </p:sp>
      <p:sp>
        <p:nvSpPr>
          <p:cNvPr id="440" name="Google Shape;440;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resources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 name="Shape 444"/>
        <p:cNvGrpSpPr/>
        <p:nvPr/>
      </p:nvGrpSpPr>
      <p:grpSpPr>
        <a:xfrm>
          <a:off x="0" y="0"/>
          <a:ext cx="0" cy="0"/>
          <a:chOff x="0" y="0"/>
          <a:chExt cx="0" cy="0"/>
        </a:xfrm>
      </p:grpSpPr>
      <p:sp>
        <p:nvSpPr>
          <p:cNvPr id="445" name="Google Shape;445;p49"/>
          <p:cNvSpPr txBox="1"/>
          <p:nvPr>
            <p:ph idx="1" type="body"/>
          </p:nvPr>
        </p:nvSpPr>
        <p:spPr>
          <a:xfrm>
            <a:off x="720000" y="1164291"/>
            <a:ext cx="7704000" cy="4635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p:txBody>
      </p:sp>
      <p:sp>
        <p:nvSpPr>
          <p:cNvPr id="446" name="Google Shape;446;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47" name="Google Shape;447;p49"/>
          <p:cNvSpPr txBox="1"/>
          <p:nvPr>
            <p:ph idx="4294967295" type="body"/>
          </p:nvPr>
        </p:nvSpPr>
        <p:spPr>
          <a:xfrm>
            <a:off x="720000" y="1774375"/>
            <a:ext cx="7704000" cy="28296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b="1" lang="en" sz="1800">
                <a:solidFill>
                  <a:schemeClr val="dk2"/>
                </a:solidFill>
                <a:latin typeface="Monda"/>
                <a:ea typeface="Monda"/>
                <a:cs typeface="Monda"/>
                <a:sym typeface="Monda"/>
              </a:rPr>
              <a:t>Photos:</a:t>
            </a:r>
            <a:endParaRPr b="1" sz="1800">
              <a:solidFill>
                <a:schemeClr val="dk2"/>
              </a:solidFill>
              <a:latin typeface="Monda"/>
              <a:ea typeface="Monda"/>
              <a:cs typeface="Monda"/>
              <a:sym typeface="Monda"/>
            </a:endParaRPr>
          </a:p>
          <a:p>
            <a:pPr indent="-247650" lvl="0" marL="342900" marR="0" rtl="0" algn="l">
              <a:lnSpc>
                <a:spcPct val="100000"/>
              </a:lnSpc>
              <a:spcBef>
                <a:spcPts val="1000"/>
              </a:spcBef>
              <a:spcAft>
                <a:spcPts val="0"/>
              </a:spcAft>
              <a:buSzPts val="1200"/>
              <a:buChar char="●"/>
            </a:pPr>
            <a:r>
              <a:rPr lang="en" u="sng">
                <a:solidFill>
                  <a:schemeClr val="hlink"/>
                </a:solidFill>
                <a:hlinkClick r:id="rId3"/>
              </a:rPr>
              <a:t>Medium shot woman working in the office of a travel agency</a:t>
            </a:r>
            <a:endParaRPr/>
          </a:p>
          <a:p>
            <a:pPr indent="-247650" lvl="0" marL="342900" marR="0" rtl="0" algn="l">
              <a:lnSpc>
                <a:spcPct val="100000"/>
              </a:lnSpc>
              <a:spcBef>
                <a:spcPts val="0"/>
              </a:spcBef>
              <a:spcAft>
                <a:spcPts val="0"/>
              </a:spcAft>
              <a:buSzPts val="1200"/>
              <a:buChar char="●"/>
            </a:pPr>
            <a:r>
              <a:rPr lang="en" u="sng">
                <a:solidFill>
                  <a:schemeClr val="hlink"/>
                </a:solidFill>
                <a:hlinkClick r:id="rId4"/>
              </a:rPr>
              <a:t>Office workers using finance graphs</a:t>
            </a:r>
            <a:endParaRPr/>
          </a:p>
          <a:p>
            <a:pPr indent="-247650" lvl="0" marL="342900" marR="0" rtl="0" algn="l">
              <a:lnSpc>
                <a:spcPct val="100000"/>
              </a:lnSpc>
              <a:spcBef>
                <a:spcPts val="0"/>
              </a:spcBef>
              <a:spcAft>
                <a:spcPts val="0"/>
              </a:spcAft>
              <a:buSzPts val="1200"/>
              <a:buChar char="●"/>
            </a:pPr>
            <a:r>
              <a:rPr lang="en" u="sng">
                <a:solidFill>
                  <a:schemeClr val="hlink"/>
                </a:solidFill>
                <a:hlinkClick r:id="rId5"/>
              </a:rPr>
              <a:t>Medium shot female economist working in office</a:t>
            </a:r>
            <a:endParaRPr/>
          </a:p>
          <a:p>
            <a:pPr indent="-247650" lvl="0" marL="342900" marR="0" rtl="0" algn="l">
              <a:lnSpc>
                <a:spcPct val="100000"/>
              </a:lnSpc>
              <a:spcBef>
                <a:spcPts val="0"/>
              </a:spcBef>
              <a:spcAft>
                <a:spcPts val="0"/>
              </a:spcAft>
              <a:buSzPts val="1200"/>
              <a:buChar char="●"/>
            </a:pPr>
            <a:r>
              <a:rPr lang="en" u="sng">
                <a:solidFill>
                  <a:schemeClr val="hlink"/>
                </a:solidFill>
                <a:hlinkClick r:id="rId6"/>
              </a:rPr>
              <a:t>Interior designer working out of the office</a:t>
            </a:r>
            <a:endParaRPr/>
          </a:p>
          <a:p>
            <a:pPr indent="-247650" lvl="0" marL="342900" marR="0" rtl="0" algn="l">
              <a:lnSpc>
                <a:spcPct val="100000"/>
              </a:lnSpc>
              <a:spcBef>
                <a:spcPts val="0"/>
              </a:spcBef>
              <a:spcAft>
                <a:spcPts val="0"/>
              </a:spcAft>
              <a:buSzPts val="1200"/>
              <a:buChar char="●"/>
            </a:pPr>
            <a:r>
              <a:rPr lang="en" u="sng">
                <a:solidFill>
                  <a:schemeClr val="hlink"/>
                </a:solidFill>
                <a:hlinkClick r:id="rId7"/>
              </a:rPr>
              <a:t>Medium shot female economist working on laptop</a:t>
            </a:r>
            <a:endParaRPr/>
          </a:p>
          <a:p>
            <a:pPr indent="-247650" lvl="0" marL="342900" marR="0" rtl="0" algn="l">
              <a:lnSpc>
                <a:spcPct val="100000"/>
              </a:lnSpc>
              <a:spcBef>
                <a:spcPts val="0"/>
              </a:spcBef>
              <a:spcAft>
                <a:spcPts val="0"/>
              </a:spcAft>
              <a:buSzPts val="1200"/>
              <a:buChar char="●"/>
            </a:pPr>
            <a:r>
              <a:rPr lang="en" u="sng">
                <a:solidFill>
                  <a:schemeClr val="hlink"/>
                </a:solidFill>
                <a:hlinkClick r:id="rId8"/>
              </a:rPr>
              <a:t>People working in call center</a:t>
            </a:r>
            <a:endParaRPr/>
          </a:p>
          <a:p>
            <a:pPr indent="-247650" lvl="0" marL="342900" marR="0" rtl="0" algn="l">
              <a:lnSpc>
                <a:spcPct val="100000"/>
              </a:lnSpc>
              <a:spcBef>
                <a:spcPts val="0"/>
              </a:spcBef>
              <a:spcAft>
                <a:spcPts val="0"/>
              </a:spcAft>
              <a:buSzPts val="1200"/>
              <a:buChar char="●"/>
            </a:pPr>
            <a:r>
              <a:rPr lang="en" u="sng">
                <a:solidFill>
                  <a:schemeClr val="hlink"/>
                </a:solidFill>
                <a:hlinkClick r:id="rId9"/>
              </a:rPr>
              <a:t>Colleagues working together in a call center office</a:t>
            </a:r>
            <a:endParaRPr/>
          </a:p>
          <a:p>
            <a:pPr indent="0" lvl="0" marL="0" rtl="0" algn="l">
              <a:spcBef>
                <a:spcPts val="1000"/>
              </a:spcBef>
              <a:spcAft>
                <a:spcPts val="0"/>
              </a:spcAft>
              <a:buNone/>
            </a:pPr>
            <a:r>
              <a:rPr b="1" lang="en" sz="1800">
                <a:solidFill>
                  <a:schemeClr val="dk2"/>
                </a:solidFill>
                <a:latin typeface="Monda"/>
                <a:ea typeface="Monda"/>
                <a:cs typeface="Monda"/>
                <a:sym typeface="Monda"/>
              </a:rPr>
              <a:t>Background:</a:t>
            </a:r>
            <a:endParaRPr b="1" sz="1800">
              <a:solidFill>
                <a:schemeClr val="dk2"/>
              </a:solidFill>
              <a:latin typeface="Monda"/>
              <a:ea typeface="Monda"/>
              <a:cs typeface="Monda"/>
              <a:sym typeface="Monda"/>
            </a:endParaRPr>
          </a:p>
          <a:p>
            <a:pPr indent="-247650" lvl="0" marL="342900" rtl="0" algn="l">
              <a:spcBef>
                <a:spcPts val="1000"/>
              </a:spcBef>
              <a:spcAft>
                <a:spcPts val="0"/>
              </a:spcAft>
              <a:buSzPts val="1200"/>
              <a:buChar char="●"/>
            </a:pPr>
            <a:r>
              <a:rPr lang="en" u="sng">
                <a:solidFill>
                  <a:schemeClr val="hlink"/>
                </a:solidFill>
                <a:hlinkClick r:id="rId10"/>
              </a:rPr>
              <a:t>Flat design lifestyle template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1" name="Shape 451"/>
        <p:cNvGrpSpPr/>
        <p:nvPr/>
      </p:nvGrpSpPr>
      <p:grpSpPr>
        <a:xfrm>
          <a:off x="0" y="0"/>
          <a:ext cx="0" cy="0"/>
          <a:chOff x="0" y="0"/>
          <a:chExt cx="0" cy="0"/>
        </a:xfrm>
      </p:grpSpPr>
      <p:sp>
        <p:nvSpPr>
          <p:cNvPr id="452" name="Google Shape;452;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53" name="Google Shape;453;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7" name="Shape 457"/>
        <p:cNvGrpSpPr/>
        <p:nvPr/>
      </p:nvGrpSpPr>
      <p:grpSpPr>
        <a:xfrm>
          <a:off x="0" y="0"/>
          <a:ext cx="0" cy="0"/>
          <a:chOff x="0" y="0"/>
          <a:chExt cx="0" cy="0"/>
        </a:xfrm>
      </p:grpSpPr>
      <p:sp>
        <p:nvSpPr>
          <p:cNvPr id="458" name="Google Shape;458;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459" name="Google Shape;459;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3" name="Shape 463"/>
        <p:cNvGrpSpPr/>
        <p:nvPr/>
      </p:nvGrpSpPr>
      <p:grpSpPr>
        <a:xfrm>
          <a:off x="0" y="0"/>
          <a:ext cx="0" cy="0"/>
          <a:chOff x="0" y="0"/>
          <a:chExt cx="0" cy="0"/>
        </a:xfrm>
      </p:grpSpPr>
      <p:sp>
        <p:nvSpPr>
          <p:cNvPr id="464" name="Google Shape;464;p5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Monda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https://fonts.google.com/specimen/Monda</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Open Sans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https://fonts.google.com/specimen/Open+Sans</a:t>
            </a:r>
            <a:r>
              <a:rPr lang="en" sz="1100">
                <a:solidFill>
                  <a:schemeClr val="lt1"/>
                </a:solidFill>
              </a:rPr>
              <a:t>)</a:t>
            </a:r>
            <a:endParaRPr sz="1100">
              <a:solidFill>
                <a:schemeClr val="lt1"/>
              </a:solidFill>
            </a:endParaRPr>
          </a:p>
        </p:txBody>
      </p:sp>
      <p:sp>
        <p:nvSpPr>
          <p:cNvPr id="465" name="Google Shape;465;p52"/>
          <p:cNvSpPr/>
          <p:nvPr/>
        </p:nvSpPr>
        <p:spPr>
          <a:xfrm>
            <a:off x="2583563" y="2947800"/>
            <a:ext cx="791400" cy="754200"/>
          </a:xfrm>
          <a:prstGeom prst="roundRect">
            <a:avLst>
              <a:gd fmla="val 16667" name="adj"/>
            </a:avLst>
          </a:prstGeom>
          <a:solidFill>
            <a:srgbClr val="1C1B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52"/>
          <p:cNvSpPr/>
          <p:nvPr/>
        </p:nvSpPr>
        <p:spPr>
          <a:xfrm>
            <a:off x="3645382" y="2947800"/>
            <a:ext cx="791400" cy="754200"/>
          </a:xfrm>
          <a:prstGeom prst="roundRect">
            <a:avLst>
              <a:gd fmla="val 16667" name="adj"/>
            </a:avLst>
          </a:prstGeom>
          <a:solidFill>
            <a:srgbClr val="FBF4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2"/>
          <p:cNvSpPr/>
          <p:nvPr/>
        </p:nvSpPr>
        <p:spPr>
          <a:xfrm>
            <a:off x="4707202" y="2947800"/>
            <a:ext cx="791400" cy="754200"/>
          </a:xfrm>
          <a:prstGeom prst="roundRect">
            <a:avLst>
              <a:gd fmla="val 16667" name="adj"/>
            </a:avLst>
          </a:prstGeom>
          <a:solidFill>
            <a:srgbClr val="C20F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2"/>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#1c1b19</a:t>
            </a:r>
            <a:endParaRPr sz="1000">
              <a:solidFill>
                <a:srgbClr val="FFFFFF"/>
              </a:solidFill>
            </a:endParaRPr>
          </a:p>
        </p:txBody>
      </p:sp>
      <p:sp>
        <p:nvSpPr>
          <p:cNvPr id="469" name="Google Shape;469;p52"/>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#fbf4ea</a:t>
            </a:r>
            <a:endParaRPr sz="1000">
              <a:solidFill>
                <a:schemeClr val="dk1"/>
              </a:solidFill>
            </a:endParaRPr>
          </a:p>
        </p:txBody>
      </p:sp>
      <p:sp>
        <p:nvSpPr>
          <p:cNvPr id="470" name="Google Shape;470;p52"/>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#c20f4c</a:t>
            </a:r>
            <a:endParaRPr sz="1000">
              <a:solidFill>
                <a:srgbClr val="FFFFFF"/>
              </a:solidFill>
            </a:endParaRPr>
          </a:p>
        </p:txBody>
      </p:sp>
      <p:sp>
        <p:nvSpPr>
          <p:cNvPr id="471" name="Google Shape;471;p52"/>
          <p:cNvSpPr/>
          <p:nvPr/>
        </p:nvSpPr>
        <p:spPr>
          <a:xfrm>
            <a:off x="3114475" y="3878900"/>
            <a:ext cx="791400" cy="754200"/>
          </a:xfrm>
          <a:prstGeom prst="roundRect">
            <a:avLst>
              <a:gd fmla="val 16667" name="adj"/>
            </a:avLst>
          </a:prstGeom>
          <a:solidFill>
            <a:srgbClr val="FF751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2"/>
          <p:cNvSpPr/>
          <p:nvPr/>
        </p:nvSpPr>
        <p:spPr>
          <a:xfrm>
            <a:off x="4176295" y="38789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2"/>
          <p:cNvSpPr/>
          <p:nvPr/>
        </p:nvSpPr>
        <p:spPr>
          <a:xfrm>
            <a:off x="5238114" y="3878900"/>
            <a:ext cx="791400" cy="754200"/>
          </a:xfrm>
          <a:prstGeom prst="roundRect">
            <a:avLst>
              <a:gd fmla="val 16667" name="adj"/>
            </a:avLst>
          </a:prstGeom>
          <a:solidFill>
            <a:srgbClr val="A8A6A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2"/>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#ff751e</a:t>
            </a:r>
            <a:endParaRPr sz="1000">
              <a:solidFill>
                <a:schemeClr val="dk1"/>
              </a:solidFill>
            </a:endParaRPr>
          </a:p>
        </p:txBody>
      </p:sp>
      <p:sp>
        <p:nvSpPr>
          <p:cNvPr id="475" name="Google Shape;475;p52"/>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476" name="Google Shape;476;p52"/>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#a8a6a6</a:t>
            </a:r>
            <a:endParaRPr sz="1000">
              <a:solidFill>
                <a:schemeClr val="lt1"/>
              </a:solidFill>
            </a:endParaRPr>
          </a:p>
        </p:txBody>
      </p:sp>
      <p:sp>
        <p:nvSpPr>
          <p:cNvPr id="477" name="Google Shape;477;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478" name="Google Shape;478;p52"/>
          <p:cNvSpPr/>
          <p:nvPr/>
        </p:nvSpPr>
        <p:spPr>
          <a:xfrm>
            <a:off x="5769038" y="2947800"/>
            <a:ext cx="791400" cy="754200"/>
          </a:xfrm>
          <a:prstGeom prst="roundRect">
            <a:avLst>
              <a:gd fmla="val 16667" name="adj"/>
            </a:avLst>
          </a:prstGeom>
          <a:solidFill>
            <a:srgbClr val="FFE1E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2"/>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##ffe1e1</a:t>
            </a:r>
            <a:endParaRPr sz="1000">
              <a:solidFill>
                <a:schemeClr val="dk1"/>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3" name="Shape 483"/>
        <p:cNvGrpSpPr/>
        <p:nvPr/>
      </p:nvGrpSpPr>
      <p:grpSpPr>
        <a:xfrm>
          <a:off x="0" y="0"/>
          <a:ext cx="0" cy="0"/>
          <a:chOff x="0" y="0"/>
          <a:chExt cx="0" cy="0"/>
        </a:xfrm>
      </p:grpSpPr>
      <p:sp>
        <p:nvSpPr>
          <p:cNvPr id="484" name="Google Shape;484;p5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485" name="Google Shape;485;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486" name="Google Shape;486;p53"/>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487" name="Google Shape;487;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488" name="Google Shape;488;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489" name="Google Shape;489;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490" name="Google Shape;490;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491" name="Google Shape;491;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92" name="Google Shape;492;p53"/>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493" name="Google Shape;493;p53"/>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494" name="Google Shape;494;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95" name="Google Shape;495;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9" name="Shape 499"/>
        <p:cNvGrpSpPr/>
        <p:nvPr/>
      </p:nvGrpSpPr>
      <p:grpSpPr>
        <a:xfrm>
          <a:off x="0" y="0"/>
          <a:ext cx="0" cy="0"/>
          <a:chOff x="0" y="0"/>
          <a:chExt cx="0" cy="0"/>
        </a:xfrm>
      </p:grpSpPr>
      <p:sp>
        <p:nvSpPr>
          <p:cNvPr id="500" name="Google Shape;500;p5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01" name="Google Shape;501;p54"/>
          <p:cNvGrpSpPr/>
          <p:nvPr/>
        </p:nvGrpSpPr>
        <p:grpSpPr>
          <a:xfrm>
            <a:off x="5117640" y="3085736"/>
            <a:ext cx="474294" cy="551291"/>
            <a:chOff x="4727025" y="1332775"/>
            <a:chExt cx="59900" cy="69625"/>
          </a:xfrm>
        </p:grpSpPr>
        <p:sp>
          <p:nvSpPr>
            <p:cNvPr id="502" name="Google Shape;502;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54"/>
          <p:cNvGrpSpPr/>
          <p:nvPr/>
        </p:nvGrpSpPr>
        <p:grpSpPr>
          <a:xfrm>
            <a:off x="5731296" y="2314340"/>
            <a:ext cx="555653" cy="557031"/>
            <a:chOff x="4820425" y="1329900"/>
            <a:chExt cx="70175" cy="70350"/>
          </a:xfrm>
        </p:grpSpPr>
        <p:sp>
          <p:nvSpPr>
            <p:cNvPr id="505" name="Google Shape;505;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 name="Google Shape;509;p54"/>
          <p:cNvGrpSpPr/>
          <p:nvPr/>
        </p:nvGrpSpPr>
        <p:grpSpPr>
          <a:xfrm>
            <a:off x="6357664" y="2318845"/>
            <a:ext cx="582574" cy="533871"/>
            <a:chOff x="4903200" y="1331525"/>
            <a:chExt cx="73575" cy="67425"/>
          </a:xfrm>
        </p:grpSpPr>
        <p:sp>
          <p:nvSpPr>
            <p:cNvPr id="510" name="Google Shape;510;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 name="Google Shape;512;p54"/>
          <p:cNvGrpSpPr/>
          <p:nvPr/>
        </p:nvGrpSpPr>
        <p:grpSpPr>
          <a:xfrm>
            <a:off x="5717142" y="3078709"/>
            <a:ext cx="583960" cy="565345"/>
            <a:chOff x="4815575" y="1416800"/>
            <a:chExt cx="73750" cy="71400"/>
          </a:xfrm>
        </p:grpSpPr>
        <p:sp>
          <p:nvSpPr>
            <p:cNvPr id="513" name="Google Shape;513;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 name="Google Shape;516;p54"/>
          <p:cNvGrpSpPr/>
          <p:nvPr/>
        </p:nvGrpSpPr>
        <p:grpSpPr>
          <a:xfrm>
            <a:off x="6351924" y="3108896"/>
            <a:ext cx="589898" cy="504970"/>
            <a:chOff x="4902475" y="1418875"/>
            <a:chExt cx="74500" cy="63775"/>
          </a:xfrm>
        </p:grpSpPr>
        <p:sp>
          <p:nvSpPr>
            <p:cNvPr id="517" name="Google Shape;517;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 name="Google Shape;519;p54"/>
          <p:cNvGrpSpPr/>
          <p:nvPr/>
        </p:nvGrpSpPr>
        <p:grpSpPr>
          <a:xfrm>
            <a:off x="5727139" y="3826000"/>
            <a:ext cx="563967" cy="567127"/>
            <a:chOff x="4818100" y="1507675"/>
            <a:chExt cx="71225" cy="71625"/>
          </a:xfrm>
        </p:grpSpPr>
        <p:sp>
          <p:nvSpPr>
            <p:cNvPr id="520" name="Google Shape;520;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54"/>
          <p:cNvGrpSpPr/>
          <p:nvPr/>
        </p:nvGrpSpPr>
        <p:grpSpPr>
          <a:xfrm>
            <a:off x="5040636" y="3829461"/>
            <a:ext cx="628301" cy="588505"/>
            <a:chOff x="4721450" y="1509475"/>
            <a:chExt cx="79350" cy="74325"/>
          </a:xfrm>
        </p:grpSpPr>
        <p:sp>
          <p:nvSpPr>
            <p:cNvPr id="525" name="Google Shape;525;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54"/>
          <p:cNvGrpSpPr/>
          <p:nvPr/>
        </p:nvGrpSpPr>
        <p:grpSpPr>
          <a:xfrm>
            <a:off x="6386170" y="3814027"/>
            <a:ext cx="557038" cy="562772"/>
            <a:chOff x="4906800" y="1507500"/>
            <a:chExt cx="70350" cy="71075"/>
          </a:xfrm>
        </p:grpSpPr>
        <p:sp>
          <p:nvSpPr>
            <p:cNvPr id="530" name="Google Shape;530;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54"/>
          <p:cNvGrpSpPr/>
          <p:nvPr/>
        </p:nvGrpSpPr>
        <p:grpSpPr>
          <a:xfrm>
            <a:off x="4423778" y="2340963"/>
            <a:ext cx="517934" cy="517934"/>
            <a:chOff x="3736598" y="2170606"/>
            <a:chExt cx="404889" cy="404889"/>
          </a:xfrm>
        </p:grpSpPr>
        <p:sp>
          <p:nvSpPr>
            <p:cNvPr id="536" name="Google Shape;536;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54"/>
          <p:cNvGrpSpPr/>
          <p:nvPr/>
        </p:nvGrpSpPr>
        <p:grpSpPr>
          <a:xfrm>
            <a:off x="3690839" y="2341061"/>
            <a:ext cx="586986" cy="517740"/>
            <a:chOff x="3161917" y="2170682"/>
            <a:chExt cx="458870" cy="404737"/>
          </a:xfrm>
        </p:grpSpPr>
        <p:sp>
          <p:nvSpPr>
            <p:cNvPr id="541" name="Google Shape;541;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54"/>
          <p:cNvGrpSpPr/>
          <p:nvPr/>
        </p:nvGrpSpPr>
        <p:grpSpPr>
          <a:xfrm>
            <a:off x="3713860" y="3102400"/>
            <a:ext cx="540943" cy="517963"/>
            <a:chOff x="3179914" y="2889488"/>
            <a:chExt cx="422876" cy="404911"/>
          </a:xfrm>
        </p:grpSpPr>
        <p:sp>
          <p:nvSpPr>
            <p:cNvPr id="545" name="Google Shape;545;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54"/>
          <p:cNvGrpSpPr/>
          <p:nvPr/>
        </p:nvGrpSpPr>
        <p:grpSpPr>
          <a:xfrm>
            <a:off x="4414654" y="3102358"/>
            <a:ext cx="536180" cy="518047"/>
            <a:chOff x="3729467" y="2889422"/>
            <a:chExt cx="419153" cy="404977"/>
          </a:xfrm>
        </p:grpSpPr>
        <p:sp>
          <p:nvSpPr>
            <p:cNvPr id="552" name="Google Shape;552;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54"/>
          <p:cNvGrpSpPr/>
          <p:nvPr/>
        </p:nvGrpSpPr>
        <p:grpSpPr>
          <a:xfrm>
            <a:off x="1951688" y="3445787"/>
            <a:ext cx="965351" cy="134611"/>
            <a:chOff x="4411970" y="2962952"/>
            <a:chExt cx="706544" cy="104212"/>
          </a:xfrm>
        </p:grpSpPr>
        <p:sp>
          <p:nvSpPr>
            <p:cNvPr id="560" name="Google Shape;560;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54"/>
          <p:cNvGrpSpPr/>
          <p:nvPr/>
        </p:nvGrpSpPr>
        <p:grpSpPr>
          <a:xfrm>
            <a:off x="1951688" y="3041077"/>
            <a:ext cx="960158" cy="289172"/>
            <a:chOff x="4411970" y="2726085"/>
            <a:chExt cx="643107" cy="193659"/>
          </a:xfrm>
        </p:grpSpPr>
        <p:sp>
          <p:nvSpPr>
            <p:cNvPr id="565" name="Google Shape;565;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54"/>
          <p:cNvGrpSpPr/>
          <p:nvPr/>
        </p:nvGrpSpPr>
        <p:grpSpPr>
          <a:xfrm>
            <a:off x="960185" y="3295400"/>
            <a:ext cx="811503" cy="252584"/>
            <a:chOff x="4411970" y="4340222"/>
            <a:chExt cx="779467" cy="242683"/>
          </a:xfrm>
        </p:grpSpPr>
        <p:sp>
          <p:nvSpPr>
            <p:cNvPr id="569" name="Google Shape;569;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54"/>
          <p:cNvGrpSpPr/>
          <p:nvPr/>
        </p:nvGrpSpPr>
        <p:grpSpPr>
          <a:xfrm>
            <a:off x="1951688" y="2709308"/>
            <a:ext cx="965160" cy="216230"/>
            <a:chOff x="4411970" y="2468674"/>
            <a:chExt cx="747317" cy="167425"/>
          </a:xfrm>
        </p:grpSpPr>
        <p:sp>
          <p:nvSpPr>
            <p:cNvPr id="573" name="Google Shape;573;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 name="Google Shape;576;p54"/>
          <p:cNvGrpSpPr/>
          <p:nvPr/>
        </p:nvGrpSpPr>
        <p:grpSpPr>
          <a:xfrm>
            <a:off x="959254" y="2334687"/>
            <a:ext cx="1959041" cy="208784"/>
            <a:chOff x="6336019" y="3733725"/>
            <a:chExt cx="2566206" cy="351310"/>
          </a:xfrm>
        </p:grpSpPr>
        <p:sp>
          <p:nvSpPr>
            <p:cNvPr id="577" name="Google Shape;577;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54"/>
          <p:cNvGrpSpPr/>
          <p:nvPr/>
        </p:nvGrpSpPr>
        <p:grpSpPr>
          <a:xfrm>
            <a:off x="1951688" y="3950602"/>
            <a:ext cx="946551" cy="153200"/>
            <a:chOff x="4404545" y="3301592"/>
            <a:chExt cx="782403" cy="129272"/>
          </a:xfrm>
        </p:grpSpPr>
        <p:sp>
          <p:nvSpPr>
            <p:cNvPr id="582" name="Google Shape;582;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54"/>
          <p:cNvGrpSpPr/>
          <p:nvPr/>
        </p:nvGrpSpPr>
        <p:grpSpPr>
          <a:xfrm>
            <a:off x="1951688" y="3695937"/>
            <a:ext cx="962257" cy="139127"/>
            <a:chOff x="4411970" y="3131459"/>
            <a:chExt cx="710520" cy="117397"/>
          </a:xfrm>
        </p:grpSpPr>
        <p:sp>
          <p:nvSpPr>
            <p:cNvPr id="585" name="Google Shape;585;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87" name="Google Shape;587;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 name="Google Shape;588;p54"/>
          <p:cNvGrpSpPr/>
          <p:nvPr/>
        </p:nvGrpSpPr>
        <p:grpSpPr>
          <a:xfrm>
            <a:off x="951833" y="3621603"/>
            <a:ext cx="823838" cy="458988"/>
            <a:chOff x="4411970" y="1801825"/>
            <a:chExt cx="734586" cy="409262"/>
          </a:xfrm>
        </p:grpSpPr>
        <p:sp>
          <p:nvSpPr>
            <p:cNvPr id="589" name="Google Shape;589;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54"/>
          <p:cNvGrpSpPr/>
          <p:nvPr/>
        </p:nvGrpSpPr>
        <p:grpSpPr>
          <a:xfrm>
            <a:off x="3056804" y="2339173"/>
            <a:ext cx="521514" cy="521514"/>
            <a:chOff x="5681300" y="2527788"/>
            <a:chExt cx="805800" cy="805800"/>
          </a:xfrm>
        </p:grpSpPr>
        <p:sp>
          <p:nvSpPr>
            <p:cNvPr id="592" name="Google Shape;592;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54"/>
          <p:cNvGrpSpPr/>
          <p:nvPr/>
        </p:nvGrpSpPr>
        <p:grpSpPr>
          <a:xfrm>
            <a:off x="3051044" y="3094865"/>
            <a:ext cx="533033" cy="533033"/>
            <a:chOff x="4049800" y="640400"/>
            <a:chExt cx="858900" cy="858900"/>
          </a:xfrm>
        </p:grpSpPr>
        <p:sp>
          <p:nvSpPr>
            <p:cNvPr id="595" name="Google Shape;595;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54"/>
          <p:cNvGrpSpPr/>
          <p:nvPr/>
        </p:nvGrpSpPr>
        <p:grpSpPr>
          <a:xfrm>
            <a:off x="2976527" y="3772543"/>
            <a:ext cx="682068" cy="682068"/>
            <a:chOff x="5080188" y="927900"/>
            <a:chExt cx="961200" cy="961200"/>
          </a:xfrm>
        </p:grpSpPr>
        <p:sp>
          <p:nvSpPr>
            <p:cNvPr id="598" name="Google Shape;598;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54"/>
          <p:cNvGrpSpPr/>
          <p:nvPr/>
        </p:nvGrpSpPr>
        <p:grpSpPr>
          <a:xfrm>
            <a:off x="4440026" y="3869234"/>
            <a:ext cx="505650" cy="504006"/>
            <a:chOff x="6039282" y="1042577"/>
            <a:chExt cx="734315" cy="731929"/>
          </a:xfrm>
        </p:grpSpPr>
        <p:sp>
          <p:nvSpPr>
            <p:cNvPr id="607" name="Google Shape;607;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54"/>
          <p:cNvGrpSpPr/>
          <p:nvPr/>
        </p:nvGrpSpPr>
        <p:grpSpPr>
          <a:xfrm>
            <a:off x="5052628" y="2298862"/>
            <a:ext cx="567744" cy="602136"/>
            <a:chOff x="1825800" y="1651625"/>
            <a:chExt cx="539989" cy="571775"/>
          </a:xfrm>
        </p:grpSpPr>
        <p:sp>
          <p:nvSpPr>
            <p:cNvPr id="629" name="Google Shape;629;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54"/>
          <p:cNvGrpSpPr/>
          <p:nvPr/>
        </p:nvGrpSpPr>
        <p:grpSpPr>
          <a:xfrm>
            <a:off x="3727557" y="3855579"/>
            <a:ext cx="508123" cy="507955"/>
            <a:chOff x="1897577" y="2802432"/>
            <a:chExt cx="492176" cy="492014"/>
          </a:xfrm>
        </p:grpSpPr>
        <p:sp>
          <p:nvSpPr>
            <p:cNvPr id="634" name="Google Shape;634;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54"/>
          <p:cNvGrpSpPr/>
          <p:nvPr/>
        </p:nvGrpSpPr>
        <p:grpSpPr>
          <a:xfrm>
            <a:off x="959087" y="4169123"/>
            <a:ext cx="809227" cy="200842"/>
            <a:chOff x="2013045" y="4813233"/>
            <a:chExt cx="921986" cy="228854"/>
          </a:xfrm>
        </p:grpSpPr>
        <p:sp>
          <p:nvSpPr>
            <p:cNvPr id="647" name="Google Shape;647;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 name="Google Shape;649;p54"/>
          <p:cNvGrpSpPr/>
          <p:nvPr/>
        </p:nvGrpSpPr>
        <p:grpSpPr>
          <a:xfrm>
            <a:off x="967547" y="2656004"/>
            <a:ext cx="792421" cy="269941"/>
            <a:chOff x="1046767" y="4756633"/>
            <a:chExt cx="859646" cy="292841"/>
          </a:xfrm>
        </p:grpSpPr>
        <p:sp>
          <p:nvSpPr>
            <p:cNvPr id="650" name="Google Shape;650;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 name="Google Shape;653;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54"/>
          <p:cNvGrpSpPr/>
          <p:nvPr/>
        </p:nvGrpSpPr>
        <p:grpSpPr>
          <a:xfrm>
            <a:off x="7103403" y="2550562"/>
            <a:ext cx="166473" cy="141497"/>
            <a:chOff x="4660325" y="1866850"/>
            <a:chExt cx="68350" cy="58100"/>
          </a:xfrm>
        </p:grpSpPr>
        <p:sp>
          <p:nvSpPr>
            <p:cNvPr id="658" name="Google Shape;658;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54"/>
          <p:cNvGrpSpPr/>
          <p:nvPr/>
        </p:nvGrpSpPr>
        <p:grpSpPr>
          <a:xfrm>
            <a:off x="7412747" y="2576286"/>
            <a:ext cx="162515" cy="90049"/>
            <a:chOff x="4791775" y="1877500"/>
            <a:chExt cx="66725" cy="36975"/>
          </a:xfrm>
        </p:grpSpPr>
        <p:sp>
          <p:nvSpPr>
            <p:cNvPr id="661" name="Google Shape;661;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54"/>
          <p:cNvGrpSpPr/>
          <p:nvPr/>
        </p:nvGrpSpPr>
        <p:grpSpPr>
          <a:xfrm>
            <a:off x="7734460" y="2576286"/>
            <a:ext cx="144979" cy="90049"/>
            <a:chOff x="4923925" y="1877500"/>
            <a:chExt cx="59525" cy="36975"/>
          </a:xfrm>
        </p:grpSpPr>
        <p:sp>
          <p:nvSpPr>
            <p:cNvPr id="664" name="Google Shape;664;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 name="Google Shape;666;p54"/>
          <p:cNvGrpSpPr/>
          <p:nvPr/>
        </p:nvGrpSpPr>
        <p:grpSpPr>
          <a:xfrm>
            <a:off x="8028952" y="2558477"/>
            <a:ext cx="141447" cy="125667"/>
            <a:chOff x="5058450" y="1870100"/>
            <a:chExt cx="58075" cy="51600"/>
          </a:xfrm>
        </p:grpSpPr>
        <p:sp>
          <p:nvSpPr>
            <p:cNvPr id="667" name="Google Shape;667;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54"/>
          <p:cNvGrpSpPr/>
          <p:nvPr/>
        </p:nvGrpSpPr>
        <p:grpSpPr>
          <a:xfrm>
            <a:off x="7443466" y="2980885"/>
            <a:ext cx="101077" cy="107645"/>
            <a:chOff x="4811425" y="2065025"/>
            <a:chExt cx="41500" cy="44200"/>
          </a:xfrm>
        </p:grpSpPr>
        <p:sp>
          <p:nvSpPr>
            <p:cNvPr id="670" name="Google Shape;670;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54"/>
          <p:cNvGrpSpPr/>
          <p:nvPr/>
        </p:nvGrpSpPr>
        <p:grpSpPr>
          <a:xfrm>
            <a:off x="7735904" y="2981098"/>
            <a:ext cx="120867" cy="107218"/>
            <a:chOff x="4929875" y="2065025"/>
            <a:chExt cx="49625" cy="44025"/>
          </a:xfrm>
        </p:grpSpPr>
        <p:sp>
          <p:nvSpPr>
            <p:cNvPr id="673" name="Google Shape;673;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54"/>
          <p:cNvGrpSpPr/>
          <p:nvPr/>
        </p:nvGrpSpPr>
        <p:grpSpPr>
          <a:xfrm>
            <a:off x="8064572" y="2984112"/>
            <a:ext cx="70206" cy="101191"/>
            <a:chOff x="5083925" y="2066350"/>
            <a:chExt cx="28825" cy="41550"/>
          </a:xfrm>
        </p:grpSpPr>
        <p:sp>
          <p:nvSpPr>
            <p:cNvPr id="676" name="Google Shape;676;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54"/>
          <p:cNvGrpSpPr/>
          <p:nvPr/>
        </p:nvGrpSpPr>
        <p:grpSpPr>
          <a:xfrm>
            <a:off x="7096126" y="2999759"/>
            <a:ext cx="181026" cy="69896"/>
            <a:chOff x="4659775" y="2072775"/>
            <a:chExt cx="74325" cy="28700"/>
          </a:xfrm>
        </p:grpSpPr>
        <p:sp>
          <p:nvSpPr>
            <p:cNvPr id="679" name="Google Shape;679;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54"/>
          <p:cNvGrpSpPr/>
          <p:nvPr/>
        </p:nvGrpSpPr>
        <p:grpSpPr>
          <a:xfrm>
            <a:off x="8015982" y="2790324"/>
            <a:ext cx="167387" cy="89197"/>
            <a:chOff x="4662475" y="1976500"/>
            <a:chExt cx="68725" cy="36625"/>
          </a:xfrm>
        </p:grpSpPr>
        <p:sp>
          <p:nvSpPr>
            <p:cNvPr id="683" name="Google Shape;683;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54"/>
          <p:cNvGrpSpPr/>
          <p:nvPr/>
        </p:nvGrpSpPr>
        <p:grpSpPr>
          <a:xfrm>
            <a:off x="7712887" y="2793764"/>
            <a:ext cx="166899" cy="82317"/>
            <a:chOff x="4920150" y="1977875"/>
            <a:chExt cx="68525" cy="33800"/>
          </a:xfrm>
        </p:grpSpPr>
        <p:sp>
          <p:nvSpPr>
            <p:cNvPr id="687" name="Google Shape;687;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 name="Google Shape;690;p54"/>
          <p:cNvGrpSpPr/>
          <p:nvPr/>
        </p:nvGrpSpPr>
        <p:grpSpPr>
          <a:xfrm>
            <a:off x="7124044" y="3197682"/>
            <a:ext cx="125190" cy="127859"/>
            <a:chOff x="4676550" y="2160575"/>
            <a:chExt cx="51400" cy="52500"/>
          </a:xfrm>
        </p:grpSpPr>
        <p:sp>
          <p:nvSpPr>
            <p:cNvPr id="691" name="Google Shape;691;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54"/>
          <p:cNvGrpSpPr/>
          <p:nvPr/>
        </p:nvGrpSpPr>
        <p:grpSpPr>
          <a:xfrm>
            <a:off x="7421302" y="3204714"/>
            <a:ext cx="145405" cy="113794"/>
            <a:chOff x="4768325" y="2163475"/>
            <a:chExt cx="59700" cy="46725"/>
          </a:xfrm>
        </p:grpSpPr>
        <p:sp>
          <p:nvSpPr>
            <p:cNvPr id="695" name="Google Shape;695;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 name="Google Shape;703;p54"/>
          <p:cNvGrpSpPr/>
          <p:nvPr/>
        </p:nvGrpSpPr>
        <p:grpSpPr>
          <a:xfrm>
            <a:off x="7437621" y="3459808"/>
            <a:ext cx="112768" cy="106853"/>
            <a:chOff x="4768575" y="2253950"/>
            <a:chExt cx="46300" cy="43875"/>
          </a:xfrm>
        </p:grpSpPr>
        <p:sp>
          <p:nvSpPr>
            <p:cNvPr id="704" name="Google Shape;704;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54"/>
          <p:cNvGrpSpPr/>
          <p:nvPr/>
        </p:nvGrpSpPr>
        <p:grpSpPr>
          <a:xfrm>
            <a:off x="7737243" y="3948834"/>
            <a:ext cx="118187" cy="146246"/>
            <a:chOff x="4960900" y="2433225"/>
            <a:chExt cx="48525" cy="60050"/>
          </a:xfrm>
        </p:grpSpPr>
        <p:sp>
          <p:nvSpPr>
            <p:cNvPr id="707" name="Google Shape;707;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 name="Google Shape;709;p54"/>
          <p:cNvGrpSpPr/>
          <p:nvPr/>
        </p:nvGrpSpPr>
        <p:grpSpPr>
          <a:xfrm>
            <a:off x="7425808" y="4212895"/>
            <a:ext cx="136394" cy="143810"/>
            <a:chOff x="4854075" y="2527625"/>
            <a:chExt cx="56000" cy="59050"/>
          </a:xfrm>
        </p:grpSpPr>
        <p:sp>
          <p:nvSpPr>
            <p:cNvPr id="710" name="Google Shape;710;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 name="Google Shape;712;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 name="Google Shape;715;p54"/>
          <p:cNvGrpSpPr/>
          <p:nvPr/>
        </p:nvGrpSpPr>
        <p:grpSpPr>
          <a:xfrm>
            <a:off x="8050020" y="3676639"/>
            <a:ext cx="99312" cy="160797"/>
            <a:chOff x="5059700" y="2334775"/>
            <a:chExt cx="40775" cy="66025"/>
          </a:xfrm>
        </p:grpSpPr>
        <p:sp>
          <p:nvSpPr>
            <p:cNvPr id="716" name="Google Shape;716;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54"/>
          <p:cNvGrpSpPr/>
          <p:nvPr/>
        </p:nvGrpSpPr>
        <p:grpSpPr>
          <a:xfrm>
            <a:off x="8007184" y="3941771"/>
            <a:ext cx="184984" cy="160371"/>
            <a:chOff x="5037700" y="2430325"/>
            <a:chExt cx="75950" cy="65850"/>
          </a:xfrm>
        </p:grpSpPr>
        <p:sp>
          <p:nvSpPr>
            <p:cNvPr id="726" name="Google Shape;726;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54"/>
          <p:cNvGrpSpPr/>
          <p:nvPr/>
        </p:nvGrpSpPr>
        <p:grpSpPr>
          <a:xfrm>
            <a:off x="7426689" y="3708223"/>
            <a:ext cx="173014" cy="97629"/>
            <a:chOff x="4756975" y="2341800"/>
            <a:chExt cx="91975" cy="51925"/>
          </a:xfrm>
        </p:grpSpPr>
        <p:sp>
          <p:nvSpPr>
            <p:cNvPr id="729" name="Google Shape;729;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54"/>
          <p:cNvGrpSpPr/>
          <p:nvPr/>
        </p:nvGrpSpPr>
        <p:grpSpPr>
          <a:xfrm>
            <a:off x="7693626" y="4196920"/>
            <a:ext cx="212497" cy="175761"/>
            <a:chOff x="4943575" y="2516350"/>
            <a:chExt cx="98675" cy="81700"/>
          </a:xfrm>
        </p:grpSpPr>
        <p:sp>
          <p:nvSpPr>
            <p:cNvPr id="750" name="Google Shape;750;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 name="Google Shape;828;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 name="Shape 836"/>
        <p:cNvGrpSpPr/>
        <p:nvPr/>
      </p:nvGrpSpPr>
      <p:grpSpPr>
        <a:xfrm>
          <a:off x="0" y="0"/>
          <a:ext cx="0" cy="0"/>
          <a:chOff x="0" y="0"/>
          <a:chExt cx="0" cy="0"/>
        </a:xfrm>
      </p:grpSpPr>
      <p:grpSp>
        <p:nvGrpSpPr>
          <p:cNvPr id="837" name="Google Shape;837;p55"/>
          <p:cNvGrpSpPr/>
          <p:nvPr/>
        </p:nvGrpSpPr>
        <p:grpSpPr>
          <a:xfrm>
            <a:off x="6681268" y="3584496"/>
            <a:ext cx="560636" cy="516497"/>
            <a:chOff x="6652051" y="3714143"/>
            <a:chExt cx="560636" cy="516497"/>
          </a:xfrm>
        </p:grpSpPr>
        <p:grpSp>
          <p:nvGrpSpPr>
            <p:cNvPr id="838" name="Google Shape;838;p55"/>
            <p:cNvGrpSpPr/>
            <p:nvPr/>
          </p:nvGrpSpPr>
          <p:grpSpPr>
            <a:xfrm>
              <a:off x="6669657" y="3716715"/>
              <a:ext cx="466768" cy="464314"/>
              <a:chOff x="3139766" y="765669"/>
              <a:chExt cx="886380" cy="881888"/>
            </a:xfrm>
          </p:grpSpPr>
          <p:grpSp>
            <p:nvGrpSpPr>
              <p:cNvPr id="839" name="Google Shape;839;p55"/>
              <p:cNvGrpSpPr/>
              <p:nvPr/>
            </p:nvGrpSpPr>
            <p:grpSpPr>
              <a:xfrm>
                <a:off x="3139766" y="765669"/>
                <a:ext cx="886380" cy="881888"/>
                <a:chOff x="3139766" y="765669"/>
                <a:chExt cx="886380" cy="881888"/>
              </a:xfrm>
            </p:grpSpPr>
            <p:sp>
              <p:nvSpPr>
                <p:cNvPr id="840" name="Google Shape;840;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 name="Google Shape;849;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55"/>
          <p:cNvGrpSpPr/>
          <p:nvPr/>
        </p:nvGrpSpPr>
        <p:grpSpPr>
          <a:xfrm>
            <a:off x="7679978" y="3065079"/>
            <a:ext cx="104231" cy="320340"/>
            <a:chOff x="7564426" y="3224343"/>
            <a:chExt cx="119985" cy="368801"/>
          </a:xfrm>
        </p:grpSpPr>
        <p:sp>
          <p:nvSpPr>
            <p:cNvPr id="855" name="Google Shape;855;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5"/>
          <p:cNvGrpSpPr/>
          <p:nvPr/>
        </p:nvGrpSpPr>
        <p:grpSpPr>
          <a:xfrm>
            <a:off x="7379466" y="3059180"/>
            <a:ext cx="189489" cy="332132"/>
            <a:chOff x="8370831" y="3202002"/>
            <a:chExt cx="218129" cy="382376"/>
          </a:xfrm>
        </p:grpSpPr>
        <p:sp>
          <p:nvSpPr>
            <p:cNvPr id="858" name="Google Shape;858;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55"/>
          <p:cNvGrpSpPr/>
          <p:nvPr/>
        </p:nvGrpSpPr>
        <p:grpSpPr>
          <a:xfrm>
            <a:off x="8102855" y="3470312"/>
            <a:ext cx="309429" cy="267000"/>
            <a:chOff x="6742064" y="3750480"/>
            <a:chExt cx="399315" cy="344560"/>
          </a:xfrm>
        </p:grpSpPr>
        <p:sp>
          <p:nvSpPr>
            <p:cNvPr id="861" name="Google Shape;861;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55"/>
          <p:cNvGrpSpPr/>
          <p:nvPr/>
        </p:nvGrpSpPr>
        <p:grpSpPr>
          <a:xfrm>
            <a:off x="7641874" y="3821360"/>
            <a:ext cx="180437" cy="281608"/>
            <a:chOff x="7248525" y="3739696"/>
            <a:chExt cx="230531" cy="359790"/>
          </a:xfrm>
        </p:grpSpPr>
        <p:sp>
          <p:nvSpPr>
            <p:cNvPr id="864" name="Google Shape;864;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55"/>
          <p:cNvGrpSpPr/>
          <p:nvPr/>
        </p:nvGrpSpPr>
        <p:grpSpPr>
          <a:xfrm>
            <a:off x="7887794" y="3464584"/>
            <a:ext cx="162896" cy="278710"/>
            <a:chOff x="7601242" y="3729267"/>
            <a:chExt cx="222566" cy="380803"/>
          </a:xfrm>
        </p:grpSpPr>
        <p:sp>
          <p:nvSpPr>
            <p:cNvPr id="867" name="Google Shape;867;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 name="Google Shape;869;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 name="Google Shape;870;p55"/>
          <p:cNvGrpSpPr/>
          <p:nvPr/>
        </p:nvGrpSpPr>
        <p:grpSpPr>
          <a:xfrm>
            <a:off x="7377439" y="3465724"/>
            <a:ext cx="193543" cy="275990"/>
            <a:chOff x="8304647" y="3738687"/>
            <a:chExt cx="225076" cy="320956"/>
          </a:xfrm>
        </p:grpSpPr>
        <p:sp>
          <p:nvSpPr>
            <p:cNvPr id="871" name="Google Shape;871;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55"/>
          <p:cNvGrpSpPr/>
          <p:nvPr/>
        </p:nvGrpSpPr>
        <p:grpSpPr>
          <a:xfrm>
            <a:off x="7649932" y="3465724"/>
            <a:ext cx="178492" cy="275990"/>
            <a:chOff x="8615101" y="3738687"/>
            <a:chExt cx="207573" cy="320956"/>
          </a:xfrm>
        </p:grpSpPr>
        <p:sp>
          <p:nvSpPr>
            <p:cNvPr id="875" name="Google Shape;875;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 name="Google Shape;879;p55"/>
          <p:cNvGrpSpPr/>
          <p:nvPr/>
        </p:nvGrpSpPr>
        <p:grpSpPr>
          <a:xfrm>
            <a:off x="7875463" y="3868385"/>
            <a:ext cx="187557" cy="187557"/>
            <a:chOff x="8565775" y="671075"/>
            <a:chExt cx="441000" cy="441000"/>
          </a:xfrm>
        </p:grpSpPr>
        <p:sp>
          <p:nvSpPr>
            <p:cNvPr id="880" name="Google Shape;880;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 name="Google Shape;882;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 name="Google Shape;884;p55"/>
          <p:cNvGrpSpPr/>
          <p:nvPr/>
        </p:nvGrpSpPr>
        <p:grpSpPr>
          <a:xfrm>
            <a:off x="6029935" y="2940910"/>
            <a:ext cx="587865" cy="517731"/>
            <a:chOff x="6000718" y="3070557"/>
            <a:chExt cx="587865" cy="517731"/>
          </a:xfrm>
        </p:grpSpPr>
        <p:sp>
          <p:nvSpPr>
            <p:cNvPr id="885" name="Google Shape;885;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5"/>
          <p:cNvGrpSpPr/>
          <p:nvPr/>
        </p:nvGrpSpPr>
        <p:grpSpPr>
          <a:xfrm>
            <a:off x="6044740" y="3584570"/>
            <a:ext cx="557665" cy="516387"/>
            <a:chOff x="6015523" y="3714217"/>
            <a:chExt cx="557665" cy="516387"/>
          </a:xfrm>
        </p:grpSpPr>
        <p:grpSp>
          <p:nvGrpSpPr>
            <p:cNvPr id="896" name="Google Shape;896;p55"/>
            <p:cNvGrpSpPr/>
            <p:nvPr/>
          </p:nvGrpSpPr>
          <p:grpSpPr>
            <a:xfrm>
              <a:off x="6036094" y="3716980"/>
              <a:ext cx="529822" cy="510480"/>
              <a:chOff x="3148311" y="-545634"/>
              <a:chExt cx="1006118" cy="969572"/>
            </a:xfrm>
          </p:grpSpPr>
          <p:sp>
            <p:nvSpPr>
              <p:cNvPr id="897" name="Google Shape;897;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 name="Google Shape;907;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55"/>
          <p:cNvGrpSpPr/>
          <p:nvPr/>
        </p:nvGrpSpPr>
        <p:grpSpPr>
          <a:xfrm>
            <a:off x="6673522" y="2943981"/>
            <a:ext cx="576302" cy="511871"/>
            <a:chOff x="6644304" y="3073628"/>
            <a:chExt cx="576302" cy="511871"/>
          </a:xfrm>
        </p:grpSpPr>
        <p:grpSp>
          <p:nvGrpSpPr>
            <p:cNvPr id="909" name="Google Shape;909;p55"/>
            <p:cNvGrpSpPr/>
            <p:nvPr/>
          </p:nvGrpSpPr>
          <p:grpSpPr>
            <a:xfrm>
              <a:off x="6712169" y="3073651"/>
              <a:ext cx="481611" cy="506713"/>
              <a:chOff x="1833536" y="-546641"/>
              <a:chExt cx="914567" cy="962419"/>
            </a:xfrm>
          </p:grpSpPr>
          <p:grpSp>
            <p:nvGrpSpPr>
              <p:cNvPr id="910" name="Google Shape;910;p55"/>
              <p:cNvGrpSpPr/>
              <p:nvPr/>
            </p:nvGrpSpPr>
            <p:grpSpPr>
              <a:xfrm>
                <a:off x="1833536" y="-524249"/>
                <a:ext cx="914567" cy="940027"/>
                <a:chOff x="1833536" y="-524249"/>
                <a:chExt cx="914567" cy="940027"/>
              </a:xfrm>
            </p:grpSpPr>
            <p:sp>
              <p:nvSpPr>
                <p:cNvPr id="911" name="Google Shape;911;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 name="Google Shape;916;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 name="Google Shape;920;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55"/>
          <p:cNvGrpSpPr/>
          <p:nvPr/>
        </p:nvGrpSpPr>
        <p:grpSpPr>
          <a:xfrm>
            <a:off x="752796" y="2869970"/>
            <a:ext cx="2622876" cy="1333540"/>
            <a:chOff x="238125" y="1038125"/>
            <a:chExt cx="7146800" cy="3633625"/>
          </a:xfrm>
        </p:grpSpPr>
        <p:sp>
          <p:nvSpPr>
            <p:cNvPr id="922" name="Google Shape;922;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55"/>
          <p:cNvGrpSpPr/>
          <p:nvPr/>
        </p:nvGrpSpPr>
        <p:grpSpPr>
          <a:xfrm>
            <a:off x="5938558" y="1033351"/>
            <a:ext cx="2435960" cy="1297725"/>
            <a:chOff x="233350" y="949250"/>
            <a:chExt cx="7137300" cy="3802300"/>
          </a:xfrm>
        </p:grpSpPr>
        <p:sp>
          <p:nvSpPr>
            <p:cNvPr id="2495" name="Google Shape;2495;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55"/>
          <p:cNvGrpSpPr/>
          <p:nvPr/>
        </p:nvGrpSpPr>
        <p:grpSpPr>
          <a:xfrm>
            <a:off x="731715" y="995041"/>
            <a:ext cx="2665073" cy="1317140"/>
            <a:chOff x="793334" y="1192826"/>
            <a:chExt cx="2665073" cy="1317140"/>
          </a:xfrm>
        </p:grpSpPr>
        <p:sp>
          <p:nvSpPr>
            <p:cNvPr id="2547" name="Google Shape;2547;p5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55"/>
          <p:cNvGrpSpPr/>
          <p:nvPr/>
        </p:nvGrpSpPr>
        <p:grpSpPr>
          <a:xfrm>
            <a:off x="3450485" y="919691"/>
            <a:ext cx="2310381" cy="1488888"/>
            <a:chOff x="229225" y="549050"/>
            <a:chExt cx="7161750" cy="4615275"/>
          </a:xfrm>
        </p:grpSpPr>
        <p:sp>
          <p:nvSpPr>
            <p:cNvPr id="6515" name="Google Shape;6515;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55"/>
          <p:cNvGrpSpPr/>
          <p:nvPr/>
        </p:nvGrpSpPr>
        <p:grpSpPr>
          <a:xfrm>
            <a:off x="3548403" y="2849588"/>
            <a:ext cx="2310282" cy="1374222"/>
            <a:chOff x="238125" y="732525"/>
            <a:chExt cx="7130500" cy="4241425"/>
          </a:xfrm>
        </p:grpSpPr>
        <p:sp>
          <p:nvSpPr>
            <p:cNvPr id="6633" name="Google Shape;6633;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0" name="Shape 6750"/>
        <p:cNvGrpSpPr/>
        <p:nvPr/>
      </p:nvGrpSpPr>
      <p:grpSpPr>
        <a:xfrm>
          <a:off x="0" y="0"/>
          <a:ext cx="0" cy="0"/>
          <a:chOff x="0" y="0"/>
          <a:chExt cx="0" cy="0"/>
        </a:xfrm>
      </p:grpSpPr>
      <p:grpSp>
        <p:nvGrpSpPr>
          <p:cNvPr id="6751" name="Google Shape;6751;p56"/>
          <p:cNvGrpSpPr/>
          <p:nvPr/>
        </p:nvGrpSpPr>
        <p:grpSpPr>
          <a:xfrm>
            <a:off x="2100560" y="3398663"/>
            <a:ext cx="1102891" cy="760337"/>
            <a:chOff x="4967783" y="2151471"/>
            <a:chExt cx="3920692" cy="2702940"/>
          </a:xfrm>
        </p:grpSpPr>
        <p:grpSp>
          <p:nvGrpSpPr>
            <p:cNvPr id="6752" name="Google Shape;6752;p56"/>
            <p:cNvGrpSpPr/>
            <p:nvPr/>
          </p:nvGrpSpPr>
          <p:grpSpPr>
            <a:xfrm>
              <a:off x="5045709" y="2252109"/>
              <a:ext cx="3761071" cy="2501708"/>
              <a:chOff x="2691784" y="1805334"/>
              <a:chExt cx="3761071" cy="2501708"/>
            </a:xfrm>
          </p:grpSpPr>
          <p:sp>
            <p:nvSpPr>
              <p:cNvPr id="6753" name="Google Shape;6753;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56"/>
            <p:cNvGrpSpPr/>
            <p:nvPr/>
          </p:nvGrpSpPr>
          <p:grpSpPr>
            <a:xfrm>
              <a:off x="4967783" y="2151471"/>
              <a:ext cx="3920692" cy="2702940"/>
              <a:chOff x="2613858" y="1704696"/>
              <a:chExt cx="3920692" cy="2702940"/>
            </a:xfrm>
          </p:grpSpPr>
          <p:sp>
            <p:nvSpPr>
              <p:cNvPr id="6761" name="Google Shape;6761;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6" name="Google Shape;6766;p56"/>
          <p:cNvGrpSpPr/>
          <p:nvPr/>
        </p:nvGrpSpPr>
        <p:grpSpPr>
          <a:xfrm>
            <a:off x="3504468" y="1286940"/>
            <a:ext cx="1561911" cy="708580"/>
            <a:chOff x="3530532" y="1496185"/>
            <a:chExt cx="1561911" cy="708580"/>
          </a:xfrm>
        </p:grpSpPr>
        <p:grpSp>
          <p:nvGrpSpPr>
            <p:cNvPr id="6767" name="Google Shape;6767;p56"/>
            <p:cNvGrpSpPr/>
            <p:nvPr/>
          </p:nvGrpSpPr>
          <p:grpSpPr>
            <a:xfrm>
              <a:off x="3720318" y="1857562"/>
              <a:ext cx="1372125" cy="54"/>
              <a:chOff x="3720318" y="1857562"/>
              <a:chExt cx="1372125" cy="54"/>
            </a:xfrm>
          </p:grpSpPr>
          <p:cxnSp>
            <p:nvCxnSpPr>
              <p:cNvPr id="6768" name="Google Shape;6768;p56"/>
              <p:cNvCxnSpPr>
                <a:endCxn id="676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770" name="Google Shape;6770;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771" name="Google Shape;6771;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772" name="Google Shape;6772;p56"/>
              <p:cNvCxnSpPr>
                <a:stCxn id="676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6773" name="Google Shape;6773;p56"/>
            <p:cNvGrpSpPr/>
            <p:nvPr/>
          </p:nvGrpSpPr>
          <p:grpSpPr>
            <a:xfrm>
              <a:off x="3567462" y="1496185"/>
              <a:ext cx="286500" cy="272914"/>
              <a:chOff x="3567462" y="1496185"/>
              <a:chExt cx="286500" cy="272914"/>
            </a:xfrm>
          </p:grpSpPr>
          <p:cxnSp>
            <p:nvCxnSpPr>
              <p:cNvPr id="6774" name="Google Shape;6774;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775" name="Google Shape;6775;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6" name="Google Shape;6776;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8" name="Google Shape;6778;p56"/>
            <p:cNvGrpSpPr/>
            <p:nvPr/>
          </p:nvGrpSpPr>
          <p:grpSpPr>
            <a:xfrm>
              <a:off x="3929014" y="1960574"/>
              <a:ext cx="286500" cy="242342"/>
              <a:chOff x="3929014" y="1960574"/>
              <a:chExt cx="286500" cy="242342"/>
            </a:xfrm>
          </p:grpSpPr>
          <p:cxnSp>
            <p:nvCxnSpPr>
              <p:cNvPr id="6779" name="Google Shape;6779;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6780" name="Google Shape;6780;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56"/>
            <p:cNvGrpSpPr/>
            <p:nvPr/>
          </p:nvGrpSpPr>
          <p:grpSpPr>
            <a:xfrm>
              <a:off x="4290828" y="1496185"/>
              <a:ext cx="286500" cy="272914"/>
              <a:chOff x="4290828" y="1496185"/>
              <a:chExt cx="286500" cy="272914"/>
            </a:xfrm>
          </p:grpSpPr>
          <p:cxnSp>
            <p:nvCxnSpPr>
              <p:cNvPr id="6782" name="Google Shape;6782;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783" name="Google Shape;6783;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4" name="Google Shape;6784;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5" name="Google Shape;6785;p56"/>
            <p:cNvGrpSpPr/>
            <p:nvPr/>
          </p:nvGrpSpPr>
          <p:grpSpPr>
            <a:xfrm>
              <a:off x="4657726" y="1959674"/>
              <a:ext cx="286500" cy="245092"/>
              <a:chOff x="4657726" y="1959674"/>
              <a:chExt cx="286500" cy="245092"/>
            </a:xfrm>
          </p:grpSpPr>
          <p:cxnSp>
            <p:nvCxnSpPr>
              <p:cNvPr id="6786" name="Google Shape;6786;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6787" name="Google Shape;6787;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8" name="Google Shape;6788;p56"/>
          <p:cNvGrpSpPr/>
          <p:nvPr/>
        </p:nvGrpSpPr>
        <p:grpSpPr>
          <a:xfrm>
            <a:off x="3486488" y="2149036"/>
            <a:ext cx="1597032" cy="378649"/>
            <a:chOff x="3512551" y="2358282"/>
            <a:chExt cx="1597032" cy="378649"/>
          </a:xfrm>
        </p:grpSpPr>
        <p:grpSp>
          <p:nvGrpSpPr>
            <p:cNvPr id="6789" name="Google Shape;6789;p56"/>
            <p:cNvGrpSpPr/>
            <p:nvPr/>
          </p:nvGrpSpPr>
          <p:grpSpPr>
            <a:xfrm>
              <a:off x="3738198" y="2553002"/>
              <a:ext cx="1145834" cy="117"/>
              <a:chOff x="3738198" y="2553002"/>
              <a:chExt cx="1145834" cy="117"/>
            </a:xfrm>
          </p:grpSpPr>
          <p:cxnSp>
            <p:nvCxnSpPr>
              <p:cNvPr id="6790" name="Google Shape;6790;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791" name="Google Shape;6791;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792" name="Google Shape;6792;p56"/>
              <p:cNvCxnSpPr>
                <a:stCxn id="6793" idx="6"/>
                <a:endCxn id="679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6795" name="Google Shape;6795;p56"/>
            <p:cNvGrpSpPr/>
            <p:nvPr/>
          </p:nvGrpSpPr>
          <p:grpSpPr>
            <a:xfrm>
              <a:off x="3969644" y="2440153"/>
              <a:ext cx="225900" cy="296779"/>
              <a:chOff x="3969644" y="2440153"/>
              <a:chExt cx="225900" cy="296779"/>
            </a:xfrm>
          </p:grpSpPr>
          <p:cxnSp>
            <p:nvCxnSpPr>
              <p:cNvPr id="6796" name="Google Shape;6796;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6794" name="Google Shape;6794;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56"/>
            <p:cNvGrpSpPr/>
            <p:nvPr/>
          </p:nvGrpSpPr>
          <p:grpSpPr>
            <a:xfrm>
              <a:off x="4426818" y="2358282"/>
              <a:ext cx="225600" cy="307471"/>
              <a:chOff x="4426818" y="2358282"/>
              <a:chExt cx="225600" cy="307471"/>
            </a:xfrm>
          </p:grpSpPr>
          <p:cxnSp>
            <p:nvCxnSpPr>
              <p:cNvPr id="6799" name="Google Shape;6799;p56"/>
              <p:cNvCxnSpPr>
                <a:stCxn id="680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6801" name="Google Shape;6801;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56"/>
            <p:cNvGrpSpPr/>
            <p:nvPr/>
          </p:nvGrpSpPr>
          <p:grpSpPr>
            <a:xfrm>
              <a:off x="4883984" y="2440153"/>
              <a:ext cx="225600" cy="296479"/>
              <a:chOff x="4883984" y="2440153"/>
              <a:chExt cx="225600" cy="296479"/>
            </a:xfrm>
          </p:grpSpPr>
          <p:cxnSp>
            <p:nvCxnSpPr>
              <p:cNvPr id="6803" name="Google Shape;6803;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6804" name="Google Shape;6804;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56"/>
            <p:cNvGrpSpPr/>
            <p:nvPr/>
          </p:nvGrpSpPr>
          <p:grpSpPr>
            <a:xfrm>
              <a:off x="3512551" y="2358356"/>
              <a:ext cx="225647" cy="307629"/>
              <a:chOff x="2182679" y="2005014"/>
              <a:chExt cx="792300" cy="1080158"/>
            </a:xfrm>
          </p:grpSpPr>
          <p:cxnSp>
            <p:nvCxnSpPr>
              <p:cNvPr id="6807" name="Google Shape;6807;p56"/>
              <p:cNvCxnSpPr>
                <a:stCxn id="680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6793" name="Google Shape;6793;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9" name="Google Shape;6809;p56"/>
          <p:cNvGrpSpPr/>
          <p:nvPr/>
        </p:nvGrpSpPr>
        <p:grpSpPr>
          <a:xfrm>
            <a:off x="6846570" y="972834"/>
            <a:ext cx="1559809" cy="722610"/>
            <a:chOff x="634175" y="2986275"/>
            <a:chExt cx="3147949" cy="1458344"/>
          </a:xfrm>
        </p:grpSpPr>
        <p:cxnSp>
          <p:nvCxnSpPr>
            <p:cNvPr id="6810" name="Google Shape;6810;p56"/>
            <p:cNvCxnSpPr>
              <a:stCxn id="6811" idx="4"/>
              <a:endCxn id="681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6813" name="Google Shape;6813;p56"/>
            <p:cNvCxnSpPr>
              <a:stCxn id="6812" idx="0"/>
              <a:endCxn id="681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815" name="Google Shape;6815;p56"/>
            <p:cNvCxnSpPr>
              <a:stCxn id="6814" idx="4"/>
              <a:endCxn id="681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817" name="Google Shape;6817;p56"/>
            <p:cNvCxnSpPr>
              <a:stCxn id="6816" idx="0"/>
              <a:endCxn id="681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6818" name="Google Shape;6818;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14" name="Google Shape;6814;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11" name="Google Shape;6811;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16" name="Google Shape;6816;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12" name="Google Shape;6812;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819" name="Google Shape;6819;p56"/>
          <p:cNvGrpSpPr/>
          <p:nvPr/>
        </p:nvGrpSpPr>
        <p:grpSpPr>
          <a:xfrm>
            <a:off x="3500360" y="2682741"/>
            <a:ext cx="1570719" cy="294123"/>
            <a:chOff x="998425" y="1182125"/>
            <a:chExt cx="1065400" cy="199500"/>
          </a:xfrm>
        </p:grpSpPr>
        <p:sp>
          <p:nvSpPr>
            <p:cNvPr id="6820" name="Google Shape;6820;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56"/>
          <p:cNvGrpSpPr/>
          <p:nvPr/>
        </p:nvGrpSpPr>
        <p:grpSpPr>
          <a:xfrm>
            <a:off x="6843616" y="1800228"/>
            <a:ext cx="1565716" cy="366729"/>
            <a:chOff x="1247650" y="2075423"/>
            <a:chExt cx="6648477" cy="1557238"/>
          </a:xfrm>
        </p:grpSpPr>
        <p:sp>
          <p:nvSpPr>
            <p:cNvPr id="6826" name="Google Shape;6826;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56"/>
          <p:cNvGrpSpPr/>
          <p:nvPr/>
        </p:nvGrpSpPr>
        <p:grpSpPr>
          <a:xfrm>
            <a:off x="6827928" y="2949043"/>
            <a:ext cx="1597061" cy="663440"/>
            <a:chOff x="6796238" y="3158297"/>
            <a:chExt cx="1630319" cy="677257"/>
          </a:xfrm>
        </p:grpSpPr>
        <p:cxnSp>
          <p:nvCxnSpPr>
            <p:cNvPr id="6833" name="Google Shape;6833;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834" name="Google Shape;6834;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835" name="Google Shape;6835;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6836" name="Google Shape;6836;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6837" name="Google Shape;6837;p56"/>
            <p:cNvGrpSpPr/>
            <p:nvPr/>
          </p:nvGrpSpPr>
          <p:grpSpPr>
            <a:xfrm>
              <a:off x="6796238" y="3311904"/>
              <a:ext cx="1630319" cy="377697"/>
              <a:chOff x="6796238" y="3311904"/>
              <a:chExt cx="1630319" cy="377697"/>
            </a:xfrm>
          </p:grpSpPr>
          <p:sp>
            <p:nvSpPr>
              <p:cNvPr id="6838" name="Google Shape;6838;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41" name="Google Shape;6841;p56"/>
          <p:cNvGrpSpPr/>
          <p:nvPr/>
        </p:nvGrpSpPr>
        <p:grpSpPr>
          <a:xfrm>
            <a:off x="5349066" y="970435"/>
            <a:ext cx="1368606" cy="1593805"/>
            <a:chOff x="1839112" y="2209163"/>
            <a:chExt cx="1918159" cy="2233784"/>
          </a:xfrm>
        </p:grpSpPr>
        <p:sp>
          <p:nvSpPr>
            <p:cNvPr id="6842" name="Google Shape;6842;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45" name="Google Shape;6845;p56"/>
            <p:cNvCxnSpPr>
              <a:stCxn id="6842" idx="6"/>
              <a:endCxn id="684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846" name="Google Shape;6846;p56"/>
            <p:cNvCxnSpPr>
              <a:stCxn id="6843" idx="4"/>
              <a:endCxn id="684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6848" name="Google Shape;6848;p56"/>
            <p:cNvCxnSpPr>
              <a:stCxn id="6847" idx="6"/>
              <a:endCxn id="684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849" name="Google Shape;6849;p56"/>
            <p:cNvCxnSpPr>
              <a:stCxn id="6844" idx="4"/>
              <a:endCxn id="685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6847" name="Google Shape;6847;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52" name="Google Shape;6852;p56"/>
            <p:cNvCxnSpPr>
              <a:endCxn id="685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6853" name="Google Shape;6853;p56"/>
          <p:cNvGrpSpPr/>
          <p:nvPr/>
        </p:nvGrpSpPr>
        <p:grpSpPr>
          <a:xfrm>
            <a:off x="3481439" y="976671"/>
            <a:ext cx="1637968" cy="154942"/>
            <a:chOff x="238125" y="2506075"/>
            <a:chExt cx="7115411" cy="673075"/>
          </a:xfrm>
        </p:grpSpPr>
        <p:sp>
          <p:nvSpPr>
            <p:cNvPr id="6854" name="Google Shape;6854;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56"/>
          <p:cNvGrpSpPr/>
          <p:nvPr/>
        </p:nvGrpSpPr>
        <p:grpSpPr>
          <a:xfrm>
            <a:off x="720124" y="1298269"/>
            <a:ext cx="2476762" cy="91743"/>
            <a:chOff x="1464850" y="436376"/>
            <a:chExt cx="6001362" cy="222300"/>
          </a:xfrm>
        </p:grpSpPr>
        <p:sp>
          <p:nvSpPr>
            <p:cNvPr id="6860" name="Google Shape;6860;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65" name="Google Shape;6865;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866" name="Google Shape;6866;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867" name="Google Shape;6867;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868" name="Google Shape;6868;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6869" name="Google Shape;6869;p56"/>
          <p:cNvGrpSpPr/>
          <p:nvPr/>
        </p:nvGrpSpPr>
        <p:grpSpPr>
          <a:xfrm>
            <a:off x="706391" y="2533734"/>
            <a:ext cx="1452710" cy="651923"/>
            <a:chOff x="803162" y="2667727"/>
            <a:chExt cx="1411906" cy="633611"/>
          </a:xfrm>
        </p:grpSpPr>
        <p:cxnSp>
          <p:nvCxnSpPr>
            <p:cNvPr id="6870" name="Google Shape;6870;p56"/>
            <p:cNvCxnSpPr>
              <a:stCxn id="6871" idx="2"/>
              <a:endCxn id="687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873" name="Google Shape;6873;p56"/>
            <p:cNvCxnSpPr>
              <a:stCxn id="6874" idx="0"/>
              <a:endCxn id="687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875" name="Google Shape;6875;p56"/>
            <p:cNvCxnSpPr>
              <a:stCxn id="6874" idx="2"/>
              <a:endCxn id="687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877" name="Google Shape;6877;p56"/>
            <p:cNvCxnSpPr>
              <a:stCxn id="6878" idx="0"/>
              <a:endCxn id="687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879" name="Google Shape;6879;p56"/>
            <p:cNvCxnSpPr>
              <a:stCxn id="6872" idx="2"/>
              <a:endCxn id="688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881" name="Google Shape;6881;p56"/>
            <p:cNvCxnSpPr>
              <a:stCxn id="6882" idx="0"/>
              <a:endCxn id="687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6878" name="Google Shape;6878;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76" name="Google Shape;6876;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82" name="Google Shape;6882;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80" name="Google Shape;6880;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72" name="Google Shape;6872;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74" name="Google Shape;6874;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71" name="Google Shape;6871;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6883" name="Google Shape;6883;p56"/>
          <p:cNvGrpSpPr/>
          <p:nvPr/>
        </p:nvGrpSpPr>
        <p:grpSpPr>
          <a:xfrm>
            <a:off x="706393" y="969273"/>
            <a:ext cx="2518541" cy="209309"/>
            <a:chOff x="803163" y="1111966"/>
            <a:chExt cx="2447800" cy="203430"/>
          </a:xfrm>
        </p:grpSpPr>
        <p:grpSp>
          <p:nvGrpSpPr>
            <p:cNvPr id="6884" name="Google Shape;6884;p56"/>
            <p:cNvGrpSpPr/>
            <p:nvPr/>
          </p:nvGrpSpPr>
          <p:grpSpPr>
            <a:xfrm>
              <a:off x="1958180" y="1111966"/>
              <a:ext cx="588019" cy="121396"/>
              <a:chOff x="4808316" y="2800065"/>
              <a:chExt cx="1999386" cy="412910"/>
            </a:xfrm>
          </p:grpSpPr>
          <p:sp>
            <p:nvSpPr>
              <p:cNvPr id="6885" name="Google Shape;6885;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6" name="Google Shape;6886;p56"/>
              <p:cNvGrpSpPr/>
              <p:nvPr/>
            </p:nvGrpSpPr>
            <p:grpSpPr>
              <a:xfrm>
                <a:off x="4808316" y="2800065"/>
                <a:ext cx="92400" cy="411825"/>
                <a:chOff x="845575" y="2563700"/>
                <a:chExt cx="92400" cy="411825"/>
              </a:xfrm>
            </p:grpSpPr>
            <p:cxnSp>
              <p:nvCxnSpPr>
                <p:cNvPr id="6887" name="Google Shape;6887;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88" name="Google Shape;6888;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889" name="Google Shape;6889;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6890" name="Google Shape;6890;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1" name="Google Shape;6891;p56"/>
            <p:cNvGrpSpPr/>
            <p:nvPr/>
          </p:nvGrpSpPr>
          <p:grpSpPr>
            <a:xfrm>
              <a:off x="803163" y="1111974"/>
              <a:ext cx="591158" cy="121545"/>
              <a:chOff x="803163" y="1111974"/>
              <a:chExt cx="591158" cy="121545"/>
            </a:xfrm>
          </p:grpSpPr>
          <p:grpSp>
            <p:nvGrpSpPr>
              <p:cNvPr id="6892" name="Google Shape;6892;p56"/>
              <p:cNvGrpSpPr/>
              <p:nvPr/>
            </p:nvGrpSpPr>
            <p:grpSpPr>
              <a:xfrm>
                <a:off x="803163" y="1111974"/>
                <a:ext cx="27175" cy="121077"/>
                <a:chOff x="845575" y="2563700"/>
                <a:chExt cx="92400" cy="411825"/>
              </a:xfrm>
            </p:grpSpPr>
            <p:cxnSp>
              <p:nvCxnSpPr>
                <p:cNvPr id="6893" name="Google Shape;6893;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94" name="Google Shape;6894;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5" name="Google Shape;6895;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6"/>
            <p:cNvGrpSpPr/>
            <p:nvPr/>
          </p:nvGrpSpPr>
          <p:grpSpPr>
            <a:xfrm>
              <a:off x="1381910" y="1194219"/>
              <a:ext cx="588341" cy="121177"/>
              <a:chOff x="1381910" y="1194219"/>
              <a:chExt cx="588341" cy="121177"/>
            </a:xfrm>
          </p:grpSpPr>
          <p:grpSp>
            <p:nvGrpSpPr>
              <p:cNvPr id="6897" name="Google Shape;6897;p56"/>
              <p:cNvGrpSpPr/>
              <p:nvPr/>
            </p:nvGrpSpPr>
            <p:grpSpPr>
              <a:xfrm rot="10800000">
                <a:off x="1381910" y="1194319"/>
                <a:ext cx="27175" cy="121077"/>
                <a:chOff x="2070100" y="2563700"/>
                <a:chExt cx="92400" cy="411825"/>
              </a:xfrm>
            </p:grpSpPr>
            <p:cxnSp>
              <p:nvCxnSpPr>
                <p:cNvPr id="6898" name="Google Shape;6898;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99" name="Google Shape;6899;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0" name="Google Shape;6900;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6"/>
            <p:cNvGrpSpPr/>
            <p:nvPr/>
          </p:nvGrpSpPr>
          <p:grpSpPr>
            <a:xfrm>
              <a:off x="2532079" y="1194219"/>
              <a:ext cx="704927" cy="121177"/>
              <a:chOff x="2532079" y="1194219"/>
              <a:chExt cx="704927" cy="121177"/>
            </a:xfrm>
          </p:grpSpPr>
          <p:grpSp>
            <p:nvGrpSpPr>
              <p:cNvPr id="6902" name="Google Shape;6902;p56"/>
              <p:cNvGrpSpPr/>
              <p:nvPr/>
            </p:nvGrpSpPr>
            <p:grpSpPr>
              <a:xfrm rot="10800000">
                <a:off x="2532079" y="1194319"/>
                <a:ext cx="27175" cy="121077"/>
                <a:chOff x="2070100" y="2563700"/>
                <a:chExt cx="92400" cy="411825"/>
              </a:xfrm>
            </p:grpSpPr>
            <p:cxnSp>
              <p:nvCxnSpPr>
                <p:cNvPr id="6903" name="Google Shape;6903;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04" name="Google Shape;6904;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5" name="Google Shape;6905;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6" name="Google Shape;6906;p56"/>
          <p:cNvGrpSpPr/>
          <p:nvPr/>
        </p:nvGrpSpPr>
        <p:grpSpPr>
          <a:xfrm>
            <a:off x="3499403" y="3665904"/>
            <a:ext cx="1567778" cy="491677"/>
            <a:chOff x="5194708" y="3484366"/>
            <a:chExt cx="3148148" cy="987304"/>
          </a:xfrm>
        </p:grpSpPr>
        <p:grpSp>
          <p:nvGrpSpPr>
            <p:cNvPr id="6907" name="Google Shape;6907;p56"/>
            <p:cNvGrpSpPr/>
            <p:nvPr/>
          </p:nvGrpSpPr>
          <p:grpSpPr>
            <a:xfrm>
              <a:off x="7531521" y="3484366"/>
              <a:ext cx="811335" cy="987304"/>
              <a:chOff x="3379425" y="1617275"/>
              <a:chExt cx="1090650" cy="1327200"/>
            </a:xfrm>
          </p:grpSpPr>
          <p:sp>
            <p:nvSpPr>
              <p:cNvPr id="6908" name="Google Shape;6908;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56"/>
            <p:cNvGrpSpPr/>
            <p:nvPr/>
          </p:nvGrpSpPr>
          <p:grpSpPr>
            <a:xfrm>
              <a:off x="6752546" y="3484366"/>
              <a:ext cx="811428" cy="987304"/>
              <a:chOff x="2332275" y="1617275"/>
              <a:chExt cx="1090775" cy="1327200"/>
            </a:xfrm>
          </p:grpSpPr>
          <p:sp>
            <p:nvSpPr>
              <p:cNvPr id="6912" name="Google Shape;6912;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56"/>
            <p:cNvGrpSpPr/>
            <p:nvPr/>
          </p:nvGrpSpPr>
          <p:grpSpPr>
            <a:xfrm>
              <a:off x="5973664" y="3484366"/>
              <a:ext cx="811335" cy="987304"/>
              <a:chOff x="1285250" y="1617275"/>
              <a:chExt cx="1090650" cy="1327200"/>
            </a:xfrm>
          </p:grpSpPr>
          <p:sp>
            <p:nvSpPr>
              <p:cNvPr id="6916" name="Google Shape;6916;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56"/>
            <p:cNvGrpSpPr/>
            <p:nvPr/>
          </p:nvGrpSpPr>
          <p:grpSpPr>
            <a:xfrm>
              <a:off x="5194708" y="3484366"/>
              <a:ext cx="811409" cy="987304"/>
              <a:chOff x="238125" y="1617275"/>
              <a:chExt cx="1090750" cy="1327200"/>
            </a:xfrm>
          </p:grpSpPr>
          <p:sp>
            <p:nvSpPr>
              <p:cNvPr id="6920" name="Google Shape;6920;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3" name="Google Shape;6923;p56"/>
          <p:cNvGrpSpPr/>
          <p:nvPr/>
        </p:nvGrpSpPr>
        <p:grpSpPr>
          <a:xfrm>
            <a:off x="3460012" y="3146315"/>
            <a:ext cx="1616964" cy="346256"/>
            <a:chOff x="1808063" y="4294338"/>
            <a:chExt cx="3370782" cy="721817"/>
          </a:xfrm>
        </p:grpSpPr>
        <p:sp>
          <p:nvSpPr>
            <p:cNvPr id="6924" name="Google Shape;6924;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56"/>
          <p:cNvGrpSpPr/>
          <p:nvPr/>
        </p:nvGrpSpPr>
        <p:grpSpPr>
          <a:xfrm>
            <a:off x="738224" y="3432344"/>
            <a:ext cx="1295882" cy="646587"/>
            <a:chOff x="834100" y="3642869"/>
            <a:chExt cx="1259483" cy="628426"/>
          </a:xfrm>
        </p:grpSpPr>
        <p:sp>
          <p:nvSpPr>
            <p:cNvPr id="6935" name="Google Shape;6935;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0" name="Google Shape;6960;p56"/>
            <p:cNvGrpSpPr/>
            <p:nvPr/>
          </p:nvGrpSpPr>
          <p:grpSpPr>
            <a:xfrm>
              <a:off x="1360364" y="3847835"/>
              <a:ext cx="208119" cy="224359"/>
              <a:chOff x="1360769" y="3847100"/>
              <a:chExt cx="208119" cy="224359"/>
            </a:xfrm>
          </p:grpSpPr>
          <p:sp>
            <p:nvSpPr>
              <p:cNvPr id="6961" name="Google Shape;6961;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1" name="Google Shape;6981;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56"/>
          <p:cNvGrpSpPr/>
          <p:nvPr/>
        </p:nvGrpSpPr>
        <p:grpSpPr>
          <a:xfrm rot="5400000">
            <a:off x="5951337" y="3228841"/>
            <a:ext cx="164064" cy="1414916"/>
            <a:chOff x="4428249" y="1369375"/>
            <a:chExt cx="36905" cy="429569"/>
          </a:xfrm>
        </p:grpSpPr>
        <p:sp>
          <p:nvSpPr>
            <p:cNvPr id="6996" name="Google Shape;6996;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56"/>
          <p:cNvGrpSpPr/>
          <p:nvPr/>
        </p:nvGrpSpPr>
        <p:grpSpPr>
          <a:xfrm flipH="1" rot="10800000">
            <a:off x="5323766" y="2817385"/>
            <a:ext cx="1419207" cy="24808"/>
            <a:chOff x="219558" y="4738465"/>
            <a:chExt cx="5852400" cy="102300"/>
          </a:xfrm>
        </p:grpSpPr>
        <p:cxnSp>
          <p:nvCxnSpPr>
            <p:cNvPr id="7029" name="Google Shape;7029;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030" name="Google Shape;7030;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56"/>
          <p:cNvGrpSpPr/>
          <p:nvPr/>
        </p:nvGrpSpPr>
        <p:grpSpPr>
          <a:xfrm>
            <a:off x="5335084" y="3190448"/>
            <a:ext cx="1396570" cy="385016"/>
            <a:chOff x="5286284" y="2966544"/>
            <a:chExt cx="1396570" cy="385016"/>
          </a:xfrm>
        </p:grpSpPr>
        <p:cxnSp>
          <p:nvCxnSpPr>
            <p:cNvPr id="7036" name="Google Shape;7036;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037" name="Google Shape;7037;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038" name="Google Shape;7038;p56"/>
            <p:cNvGrpSpPr/>
            <p:nvPr/>
          </p:nvGrpSpPr>
          <p:grpSpPr>
            <a:xfrm>
              <a:off x="5287688" y="3173364"/>
              <a:ext cx="1395166" cy="74100"/>
              <a:chOff x="5287688" y="3173364"/>
              <a:chExt cx="1395166" cy="74100"/>
            </a:xfrm>
          </p:grpSpPr>
          <p:cxnSp>
            <p:nvCxnSpPr>
              <p:cNvPr id="7039" name="Google Shape;7039;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040" name="Google Shape;7040;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041" name="Google Shape;7041;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42" name="Google Shape;7042;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43" name="Google Shape;7043;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44" name="Google Shape;7044;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45" name="Google Shape;7045;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046" name="Google Shape;7046;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047" name="Google Shape;7047;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048" name="Google Shape;7048;p56"/>
          <p:cNvGrpSpPr/>
          <p:nvPr/>
        </p:nvGrpSpPr>
        <p:grpSpPr>
          <a:xfrm>
            <a:off x="2021150" y="1609224"/>
            <a:ext cx="1182276" cy="662027"/>
            <a:chOff x="2029517" y="1732295"/>
            <a:chExt cx="1149068" cy="643432"/>
          </a:xfrm>
        </p:grpSpPr>
        <p:grpSp>
          <p:nvGrpSpPr>
            <p:cNvPr id="7049" name="Google Shape;7049;p56"/>
            <p:cNvGrpSpPr/>
            <p:nvPr/>
          </p:nvGrpSpPr>
          <p:grpSpPr>
            <a:xfrm>
              <a:off x="2708660" y="1746937"/>
              <a:ext cx="455427" cy="244429"/>
              <a:chOff x="2700693" y="1746937"/>
              <a:chExt cx="455427" cy="244429"/>
            </a:xfrm>
          </p:grpSpPr>
          <p:grpSp>
            <p:nvGrpSpPr>
              <p:cNvPr id="7050" name="Google Shape;7050;p56"/>
              <p:cNvGrpSpPr/>
              <p:nvPr/>
            </p:nvGrpSpPr>
            <p:grpSpPr>
              <a:xfrm>
                <a:off x="2905682" y="1782817"/>
                <a:ext cx="250438" cy="208549"/>
                <a:chOff x="2905682" y="1782817"/>
                <a:chExt cx="250438" cy="208549"/>
              </a:xfrm>
            </p:grpSpPr>
            <p:cxnSp>
              <p:nvCxnSpPr>
                <p:cNvPr id="7051" name="Google Shape;7051;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052" name="Google Shape;7052;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6"/>
              <p:cNvGrpSpPr/>
              <p:nvPr/>
            </p:nvGrpSpPr>
            <p:grpSpPr>
              <a:xfrm>
                <a:off x="2700693" y="1746937"/>
                <a:ext cx="449967" cy="72374"/>
                <a:chOff x="2700693" y="1746937"/>
                <a:chExt cx="449967" cy="72374"/>
              </a:xfrm>
            </p:grpSpPr>
            <p:cxnSp>
              <p:nvCxnSpPr>
                <p:cNvPr id="7054" name="Google Shape;7054;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055" name="Google Shape;7055;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6" name="Google Shape;7056;p56"/>
            <p:cNvGrpSpPr/>
            <p:nvPr/>
          </p:nvGrpSpPr>
          <p:grpSpPr>
            <a:xfrm>
              <a:off x="2029517" y="1732295"/>
              <a:ext cx="1149068" cy="643432"/>
              <a:chOff x="2029517" y="1732295"/>
              <a:chExt cx="1149068" cy="643432"/>
            </a:xfrm>
          </p:grpSpPr>
          <p:grpSp>
            <p:nvGrpSpPr>
              <p:cNvPr id="7057" name="Google Shape;7057;p56"/>
              <p:cNvGrpSpPr/>
              <p:nvPr/>
            </p:nvGrpSpPr>
            <p:grpSpPr>
              <a:xfrm>
                <a:off x="2703618" y="2103152"/>
                <a:ext cx="474966" cy="260017"/>
                <a:chOff x="2703618" y="2103152"/>
                <a:chExt cx="474966" cy="260017"/>
              </a:xfrm>
            </p:grpSpPr>
            <p:grpSp>
              <p:nvGrpSpPr>
                <p:cNvPr id="7058" name="Google Shape;7058;p56"/>
                <p:cNvGrpSpPr/>
                <p:nvPr/>
              </p:nvGrpSpPr>
              <p:grpSpPr>
                <a:xfrm>
                  <a:off x="2703618" y="2290640"/>
                  <a:ext cx="450291" cy="72529"/>
                  <a:chOff x="2703618" y="2290640"/>
                  <a:chExt cx="450291" cy="72529"/>
                </a:xfrm>
              </p:grpSpPr>
              <p:cxnSp>
                <p:nvCxnSpPr>
                  <p:cNvPr id="7059" name="Google Shape;7059;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060" name="Google Shape;7060;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56"/>
                <p:cNvGrpSpPr/>
                <p:nvPr/>
              </p:nvGrpSpPr>
              <p:grpSpPr>
                <a:xfrm>
                  <a:off x="2908607" y="2103152"/>
                  <a:ext cx="269977" cy="223538"/>
                  <a:chOff x="2908607" y="2103152"/>
                  <a:chExt cx="269977" cy="223538"/>
                </a:xfrm>
              </p:grpSpPr>
              <p:cxnSp>
                <p:nvCxnSpPr>
                  <p:cNvPr id="7062" name="Google Shape;7062;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063" name="Google Shape;7063;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4" name="Google Shape;7064;p56"/>
              <p:cNvGrpSpPr/>
              <p:nvPr/>
            </p:nvGrpSpPr>
            <p:grpSpPr>
              <a:xfrm>
                <a:off x="2029517" y="1732295"/>
                <a:ext cx="685827" cy="643432"/>
                <a:chOff x="2029517" y="1732295"/>
                <a:chExt cx="685827" cy="643432"/>
              </a:xfrm>
            </p:grpSpPr>
            <p:sp>
              <p:nvSpPr>
                <p:cNvPr id="7065" name="Google Shape;7065;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6" name="Google Shape;7066;p56"/>
                <p:cNvGrpSpPr/>
                <p:nvPr/>
              </p:nvGrpSpPr>
              <p:grpSpPr>
                <a:xfrm>
                  <a:off x="2158948" y="1732295"/>
                  <a:ext cx="556396" cy="333108"/>
                  <a:chOff x="2158948" y="1732295"/>
                  <a:chExt cx="556396" cy="333108"/>
                </a:xfrm>
              </p:grpSpPr>
              <p:cxnSp>
                <p:nvCxnSpPr>
                  <p:cNvPr id="7067" name="Google Shape;7067;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068" name="Google Shape;7068;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56"/>
                <p:cNvGrpSpPr/>
                <p:nvPr/>
              </p:nvGrpSpPr>
              <p:grpSpPr>
                <a:xfrm>
                  <a:off x="2159908" y="2065057"/>
                  <a:ext cx="550884" cy="310670"/>
                  <a:chOff x="2159908" y="2065057"/>
                  <a:chExt cx="550884" cy="310670"/>
                </a:xfrm>
              </p:grpSpPr>
              <p:cxnSp>
                <p:nvCxnSpPr>
                  <p:cNvPr id="7070" name="Google Shape;7070;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071" name="Google Shape;7071;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072" name="Google Shape;7072;p56"/>
          <p:cNvGrpSpPr/>
          <p:nvPr/>
        </p:nvGrpSpPr>
        <p:grpSpPr>
          <a:xfrm>
            <a:off x="706399" y="1556837"/>
            <a:ext cx="962651" cy="810058"/>
            <a:chOff x="844912" y="1681380"/>
            <a:chExt cx="935611" cy="787305"/>
          </a:xfrm>
        </p:grpSpPr>
        <p:grpSp>
          <p:nvGrpSpPr>
            <p:cNvPr id="7073" name="Google Shape;7073;p56"/>
            <p:cNvGrpSpPr/>
            <p:nvPr/>
          </p:nvGrpSpPr>
          <p:grpSpPr>
            <a:xfrm>
              <a:off x="844912" y="1819635"/>
              <a:ext cx="329836" cy="510016"/>
              <a:chOff x="844912" y="1819635"/>
              <a:chExt cx="329836" cy="510016"/>
            </a:xfrm>
          </p:grpSpPr>
          <p:sp>
            <p:nvSpPr>
              <p:cNvPr id="7074" name="Google Shape;7074;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6"/>
            <p:cNvGrpSpPr/>
            <p:nvPr/>
          </p:nvGrpSpPr>
          <p:grpSpPr>
            <a:xfrm>
              <a:off x="1284601" y="2158168"/>
              <a:ext cx="495923" cy="310517"/>
              <a:chOff x="1284601" y="2158168"/>
              <a:chExt cx="495923" cy="310517"/>
            </a:xfrm>
          </p:grpSpPr>
          <p:sp>
            <p:nvSpPr>
              <p:cNvPr id="7081" name="Google Shape;7081;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2" name="Google Shape;7082;p56"/>
              <p:cNvGrpSpPr/>
              <p:nvPr/>
            </p:nvGrpSpPr>
            <p:grpSpPr>
              <a:xfrm>
                <a:off x="1507666" y="2158168"/>
                <a:ext cx="272858" cy="310517"/>
                <a:chOff x="1507666" y="2158168"/>
                <a:chExt cx="272858" cy="310517"/>
              </a:xfrm>
            </p:grpSpPr>
            <p:grpSp>
              <p:nvGrpSpPr>
                <p:cNvPr id="7083" name="Google Shape;7083;p56"/>
                <p:cNvGrpSpPr/>
                <p:nvPr/>
              </p:nvGrpSpPr>
              <p:grpSpPr>
                <a:xfrm>
                  <a:off x="1507666" y="2176104"/>
                  <a:ext cx="166395" cy="273149"/>
                  <a:chOff x="1507666" y="2176104"/>
                  <a:chExt cx="166395" cy="273149"/>
                </a:xfrm>
              </p:grpSpPr>
              <p:sp>
                <p:nvSpPr>
                  <p:cNvPr id="7084" name="Google Shape;7084;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1" name="Google Shape;7091;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3" name="Google Shape;7093;p56"/>
            <p:cNvGrpSpPr/>
            <p:nvPr/>
          </p:nvGrpSpPr>
          <p:grpSpPr>
            <a:xfrm>
              <a:off x="1284601" y="1681380"/>
              <a:ext cx="495923" cy="310517"/>
              <a:chOff x="1284601" y="1681380"/>
              <a:chExt cx="495923" cy="310517"/>
            </a:xfrm>
          </p:grpSpPr>
          <p:sp>
            <p:nvSpPr>
              <p:cNvPr id="7094" name="Google Shape;7094;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5" name="Google Shape;7095;p56"/>
              <p:cNvGrpSpPr/>
              <p:nvPr/>
            </p:nvGrpSpPr>
            <p:grpSpPr>
              <a:xfrm>
                <a:off x="1507666" y="1681380"/>
                <a:ext cx="272858" cy="310517"/>
                <a:chOff x="1507666" y="1681380"/>
                <a:chExt cx="272858" cy="310517"/>
              </a:xfrm>
            </p:grpSpPr>
            <p:grpSp>
              <p:nvGrpSpPr>
                <p:cNvPr id="7096" name="Google Shape;7096;p56"/>
                <p:cNvGrpSpPr/>
                <p:nvPr/>
              </p:nvGrpSpPr>
              <p:grpSpPr>
                <a:xfrm>
                  <a:off x="1507666" y="1700120"/>
                  <a:ext cx="166395" cy="272984"/>
                  <a:chOff x="1507666" y="1700120"/>
                  <a:chExt cx="166395" cy="272984"/>
                </a:xfrm>
              </p:grpSpPr>
              <p:sp>
                <p:nvSpPr>
                  <p:cNvPr id="7097" name="Google Shape;7097;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4" name="Google Shape;7104;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06" name="Google Shape;7106;p56"/>
          <p:cNvGrpSpPr/>
          <p:nvPr/>
        </p:nvGrpSpPr>
        <p:grpSpPr>
          <a:xfrm>
            <a:off x="6815339" y="2324267"/>
            <a:ext cx="1622269" cy="552443"/>
            <a:chOff x="6894650" y="2574740"/>
            <a:chExt cx="1445100" cy="492111"/>
          </a:xfrm>
        </p:grpSpPr>
        <p:sp>
          <p:nvSpPr>
            <p:cNvPr id="7107" name="Google Shape;7107;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12" name="Google Shape;7112;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113" name="Google Shape;7113;p56"/>
          <p:cNvGrpSpPr/>
          <p:nvPr/>
        </p:nvGrpSpPr>
        <p:grpSpPr>
          <a:xfrm>
            <a:off x="6834882" y="3698522"/>
            <a:ext cx="1583206" cy="475705"/>
            <a:chOff x="6953919" y="3907920"/>
            <a:chExt cx="1377300" cy="475705"/>
          </a:xfrm>
        </p:grpSpPr>
        <p:cxnSp>
          <p:nvCxnSpPr>
            <p:cNvPr id="7114" name="Google Shape;7114;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115" name="Google Shape;7115;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116" name="Google Shape;7116;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117" name="Google Shape;7117;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118" name="Google Shape;7118;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119" name="Google Shape;7119;p56"/>
          <p:cNvGrpSpPr/>
          <p:nvPr/>
        </p:nvGrpSpPr>
        <p:grpSpPr>
          <a:xfrm>
            <a:off x="2338470" y="2459668"/>
            <a:ext cx="836286" cy="824529"/>
            <a:chOff x="2389399" y="2595741"/>
            <a:chExt cx="812796" cy="801369"/>
          </a:xfrm>
        </p:grpSpPr>
        <p:grpSp>
          <p:nvGrpSpPr>
            <p:cNvPr id="7120" name="Google Shape;7120;p56"/>
            <p:cNvGrpSpPr/>
            <p:nvPr/>
          </p:nvGrpSpPr>
          <p:grpSpPr>
            <a:xfrm>
              <a:off x="2492145" y="2881565"/>
              <a:ext cx="607300" cy="229751"/>
              <a:chOff x="2492145" y="2881565"/>
              <a:chExt cx="607300" cy="229751"/>
            </a:xfrm>
          </p:grpSpPr>
          <p:sp>
            <p:nvSpPr>
              <p:cNvPr id="7121" name="Google Shape;7121;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56"/>
            <p:cNvGrpSpPr/>
            <p:nvPr/>
          </p:nvGrpSpPr>
          <p:grpSpPr>
            <a:xfrm>
              <a:off x="2389399" y="2595741"/>
              <a:ext cx="812796" cy="296825"/>
              <a:chOff x="2389399" y="2595741"/>
              <a:chExt cx="812796" cy="296825"/>
            </a:xfrm>
          </p:grpSpPr>
          <p:grpSp>
            <p:nvGrpSpPr>
              <p:cNvPr id="7125" name="Google Shape;7125;p56"/>
              <p:cNvGrpSpPr/>
              <p:nvPr/>
            </p:nvGrpSpPr>
            <p:grpSpPr>
              <a:xfrm>
                <a:off x="2389399" y="2595741"/>
                <a:ext cx="363638" cy="296825"/>
                <a:chOff x="2389399" y="2595741"/>
                <a:chExt cx="363638" cy="296825"/>
              </a:xfrm>
            </p:grpSpPr>
            <p:grpSp>
              <p:nvGrpSpPr>
                <p:cNvPr id="7126" name="Google Shape;7126;p56"/>
                <p:cNvGrpSpPr/>
                <p:nvPr/>
              </p:nvGrpSpPr>
              <p:grpSpPr>
                <a:xfrm>
                  <a:off x="2493852" y="2794333"/>
                  <a:ext cx="259185" cy="98232"/>
                  <a:chOff x="2493852" y="2794333"/>
                  <a:chExt cx="259185" cy="98232"/>
                </a:xfrm>
              </p:grpSpPr>
              <p:sp>
                <p:nvSpPr>
                  <p:cNvPr id="7127" name="Google Shape;7127;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56"/>
                <p:cNvGrpSpPr/>
                <p:nvPr/>
              </p:nvGrpSpPr>
              <p:grpSpPr>
                <a:xfrm>
                  <a:off x="2389399" y="2595741"/>
                  <a:ext cx="224343" cy="182054"/>
                  <a:chOff x="2389399" y="2595741"/>
                  <a:chExt cx="224343" cy="182054"/>
                </a:xfrm>
              </p:grpSpPr>
              <p:sp>
                <p:nvSpPr>
                  <p:cNvPr id="7131" name="Google Shape;7131;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3" name="Google Shape;7133;p56"/>
              <p:cNvGrpSpPr/>
              <p:nvPr/>
            </p:nvGrpSpPr>
            <p:grpSpPr>
              <a:xfrm>
                <a:off x="2683630" y="2595741"/>
                <a:ext cx="224334" cy="296825"/>
                <a:chOff x="2683630" y="2595741"/>
                <a:chExt cx="224334" cy="296825"/>
              </a:xfrm>
            </p:grpSpPr>
            <p:grpSp>
              <p:nvGrpSpPr>
                <p:cNvPr id="7134" name="Google Shape;7134;p56"/>
                <p:cNvGrpSpPr/>
                <p:nvPr/>
              </p:nvGrpSpPr>
              <p:grpSpPr>
                <a:xfrm>
                  <a:off x="2788083" y="2794333"/>
                  <a:ext cx="15356" cy="98232"/>
                  <a:chOff x="2788083" y="2794333"/>
                  <a:chExt cx="15356" cy="98232"/>
                </a:xfrm>
              </p:grpSpPr>
              <p:sp>
                <p:nvSpPr>
                  <p:cNvPr id="7135" name="Google Shape;7135;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56"/>
                <p:cNvGrpSpPr/>
                <p:nvPr/>
              </p:nvGrpSpPr>
              <p:grpSpPr>
                <a:xfrm>
                  <a:off x="2683630" y="2595741"/>
                  <a:ext cx="224334" cy="182054"/>
                  <a:chOff x="2683630" y="2595741"/>
                  <a:chExt cx="224334" cy="182054"/>
                </a:xfrm>
              </p:grpSpPr>
              <p:sp>
                <p:nvSpPr>
                  <p:cNvPr id="7139" name="Google Shape;7139;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1" name="Google Shape;7141;p56"/>
              <p:cNvGrpSpPr/>
              <p:nvPr/>
            </p:nvGrpSpPr>
            <p:grpSpPr>
              <a:xfrm>
                <a:off x="2838475" y="2595741"/>
                <a:ext cx="363719" cy="296825"/>
                <a:chOff x="2838475" y="2595741"/>
                <a:chExt cx="363719" cy="296825"/>
              </a:xfrm>
            </p:grpSpPr>
            <p:grpSp>
              <p:nvGrpSpPr>
                <p:cNvPr id="7142" name="Google Shape;7142;p56"/>
                <p:cNvGrpSpPr/>
                <p:nvPr/>
              </p:nvGrpSpPr>
              <p:grpSpPr>
                <a:xfrm>
                  <a:off x="2838475" y="2794333"/>
                  <a:ext cx="259185" cy="98232"/>
                  <a:chOff x="2838475" y="2794333"/>
                  <a:chExt cx="259185" cy="98232"/>
                </a:xfrm>
              </p:grpSpPr>
              <p:sp>
                <p:nvSpPr>
                  <p:cNvPr id="7143" name="Google Shape;7143;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56"/>
                <p:cNvGrpSpPr/>
                <p:nvPr/>
              </p:nvGrpSpPr>
              <p:grpSpPr>
                <a:xfrm>
                  <a:off x="2977852" y="2595741"/>
                  <a:ext cx="224343" cy="182054"/>
                  <a:chOff x="2977852" y="2595741"/>
                  <a:chExt cx="224343" cy="182054"/>
                </a:xfrm>
              </p:grpSpPr>
              <p:sp>
                <p:nvSpPr>
                  <p:cNvPr id="7147" name="Google Shape;7147;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49" name="Google Shape;7149;p56"/>
            <p:cNvGrpSpPr/>
            <p:nvPr/>
          </p:nvGrpSpPr>
          <p:grpSpPr>
            <a:xfrm>
              <a:off x="2389399" y="3100241"/>
              <a:ext cx="812796" cy="296869"/>
              <a:chOff x="2389399" y="3100241"/>
              <a:chExt cx="812796" cy="296869"/>
            </a:xfrm>
          </p:grpSpPr>
          <p:grpSp>
            <p:nvGrpSpPr>
              <p:cNvPr id="7150" name="Google Shape;7150;p56"/>
              <p:cNvGrpSpPr/>
              <p:nvPr/>
            </p:nvGrpSpPr>
            <p:grpSpPr>
              <a:xfrm>
                <a:off x="2683630" y="3100241"/>
                <a:ext cx="224334" cy="296869"/>
                <a:chOff x="2683630" y="3100241"/>
                <a:chExt cx="224334" cy="296869"/>
              </a:xfrm>
            </p:grpSpPr>
            <p:grpSp>
              <p:nvGrpSpPr>
                <p:cNvPr id="7151" name="Google Shape;7151;p56"/>
                <p:cNvGrpSpPr/>
                <p:nvPr/>
              </p:nvGrpSpPr>
              <p:grpSpPr>
                <a:xfrm>
                  <a:off x="2788083" y="3100241"/>
                  <a:ext cx="15356" cy="98237"/>
                  <a:chOff x="2788083" y="3100241"/>
                  <a:chExt cx="15356" cy="98237"/>
                </a:xfrm>
              </p:grpSpPr>
              <p:sp>
                <p:nvSpPr>
                  <p:cNvPr id="7152" name="Google Shape;7152;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56"/>
                <p:cNvGrpSpPr/>
                <p:nvPr/>
              </p:nvGrpSpPr>
              <p:grpSpPr>
                <a:xfrm>
                  <a:off x="2683630" y="3215065"/>
                  <a:ext cx="224334" cy="182045"/>
                  <a:chOff x="2683630" y="3215065"/>
                  <a:chExt cx="224334" cy="182045"/>
                </a:xfrm>
              </p:grpSpPr>
              <p:sp>
                <p:nvSpPr>
                  <p:cNvPr id="7156" name="Google Shape;7156;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8" name="Google Shape;7158;p56"/>
              <p:cNvGrpSpPr/>
              <p:nvPr/>
            </p:nvGrpSpPr>
            <p:grpSpPr>
              <a:xfrm>
                <a:off x="2389399" y="3100241"/>
                <a:ext cx="363638" cy="296869"/>
                <a:chOff x="2389399" y="3100241"/>
                <a:chExt cx="363638" cy="296869"/>
              </a:xfrm>
            </p:grpSpPr>
            <p:grpSp>
              <p:nvGrpSpPr>
                <p:cNvPr id="7159" name="Google Shape;7159;p56"/>
                <p:cNvGrpSpPr/>
                <p:nvPr/>
              </p:nvGrpSpPr>
              <p:grpSpPr>
                <a:xfrm>
                  <a:off x="2493852" y="3100241"/>
                  <a:ext cx="259185" cy="98237"/>
                  <a:chOff x="2493852" y="3100241"/>
                  <a:chExt cx="259185" cy="98237"/>
                </a:xfrm>
              </p:grpSpPr>
              <p:sp>
                <p:nvSpPr>
                  <p:cNvPr id="7160" name="Google Shape;7160;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56"/>
                <p:cNvGrpSpPr/>
                <p:nvPr/>
              </p:nvGrpSpPr>
              <p:grpSpPr>
                <a:xfrm>
                  <a:off x="2389399" y="3215065"/>
                  <a:ext cx="224343" cy="182045"/>
                  <a:chOff x="2389399" y="3215065"/>
                  <a:chExt cx="224343" cy="182045"/>
                </a:xfrm>
              </p:grpSpPr>
              <p:sp>
                <p:nvSpPr>
                  <p:cNvPr id="7164" name="Google Shape;7164;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56"/>
              <p:cNvGrpSpPr/>
              <p:nvPr/>
            </p:nvGrpSpPr>
            <p:grpSpPr>
              <a:xfrm>
                <a:off x="2838475" y="3100241"/>
                <a:ext cx="363719" cy="296869"/>
                <a:chOff x="2838475" y="3100241"/>
                <a:chExt cx="363719" cy="296869"/>
              </a:xfrm>
            </p:grpSpPr>
            <p:grpSp>
              <p:nvGrpSpPr>
                <p:cNvPr id="7167" name="Google Shape;7167;p56"/>
                <p:cNvGrpSpPr/>
                <p:nvPr/>
              </p:nvGrpSpPr>
              <p:grpSpPr>
                <a:xfrm>
                  <a:off x="2838475" y="3100241"/>
                  <a:ext cx="259185" cy="98237"/>
                  <a:chOff x="2838475" y="3100241"/>
                  <a:chExt cx="259185" cy="98237"/>
                </a:xfrm>
              </p:grpSpPr>
              <p:sp>
                <p:nvSpPr>
                  <p:cNvPr id="7168" name="Google Shape;7168;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56"/>
                <p:cNvGrpSpPr/>
                <p:nvPr/>
              </p:nvGrpSpPr>
              <p:grpSpPr>
                <a:xfrm>
                  <a:off x="2977852" y="3215065"/>
                  <a:ext cx="224343" cy="182045"/>
                  <a:chOff x="2977852" y="3215065"/>
                  <a:chExt cx="224343" cy="182045"/>
                </a:xfrm>
              </p:grpSpPr>
              <p:sp>
                <p:nvSpPr>
                  <p:cNvPr id="7172" name="Google Shape;7172;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7" name="Shape 7177"/>
        <p:cNvGrpSpPr/>
        <p:nvPr/>
      </p:nvGrpSpPr>
      <p:grpSpPr>
        <a:xfrm>
          <a:off x="0" y="0"/>
          <a:ext cx="0" cy="0"/>
          <a:chOff x="0" y="0"/>
          <a:chExt cx="0" cy="0"/>
        </a:xfrm>
      </p:grpSpPr>
      <p:grpSp>
        <p:nvGrpSpPr>
          <p:cNvPr id="7178" name="Google Shape;7178;p57"/>
          <p:cNvGrpSpPr/>
          <p:nvPr/>
        </p:nvGrpSpPr>
        <p:grpSpPr>
          <a:xfrm>
            <a:off x="702088" y="3155922"/>
            <a:ext cx="2390414" cy="1024800"/>
            <a:chOff x="728925" y="3296613"/>
            <a:chExt cx="2390414" cy="1024800"/>
          </a:xfrm>
        </p:grpSpPr>
        <p:grpSp>
          <p:nvGrpSpPr>
            <p:cNvPr id="7179" name="Google Shape;7179;p57"/>
            <p:cNvGrpSpPr/>
            <p:nvPr/>
          </p:nvGrpSpPr>
          <p:grpSpPr>
            <a:xfrm>
              <a:off x="728925" y="3619800"/>
              <a:ext cx="2390414" cy="500893"/>
              <a:chOff x="728925" y="3619800"/>
              <a:chExt cx="2390414" cy="500893"/>
            </a:xfrm>
          </p:grpSpPr>
          <p:sp>
            <p:nvSpPr>
              <p:cNvPr id="7180" name="Google Shape;7180;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1" name="Google Shape;7181;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182" name="Google Shape;7182;p57"/>
            <p:cNvGrpSpPr/>
            <p:nvPr/>
          </p:nvGrpSpPr>
          <p:grpSpPr>
            <a:xfrm>
              <a:off x="1348050" y="3296613"/>
              <a:ext cx="1706152" cy="1024800"/>
              <a:chOff x="1348050" y="3296613"/>
              <a:chExt cx="1706152" cy="1024800"/>
            </a:xfrm>
          </p:grpSpPr>
          <p:sp>
            <p:nvSpPr>
              <p:cNvPr id="7183" name="Google Shape;7183;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4" name="Google Shape;7184;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5" name="Google Shape;7185;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6" name="Google Shape;7186;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7" name="Google Shape;7187;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188" name="Google Shape;7188;p57"/>
            <p:cNvGrpSpPr/>
            <p:nvPr/>
          </p:nvGrpSpPr>
          <p:grpSpPr>
            <a:xfrm>
              <a:off x="1455707" y="3654858"/>
              <a:ext cx="1491150" cy="417657"/>
              <a:chOff x="1455707" y="3654858"/>
              <a:chExt cx="1491150" cy="417657"/>
            </a:xfrm>
          </p:grpSpPr>
          <p:sp>
            <p:nvSpPr>
              <p:cNvPr id="7189" name="Google Shape;7189;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209" name="Google Shape;7209;p57"/>
          <p:cNvGraphicFramePr/>
          <p:nvPr/>
        </p:nvGraphicFramePr>
        <p:xfrm>
          <a:off x="5937787" y="2153834"/>
          <a:ext cx="3000000" cy="3000000"/>
        </p:xfrm>
        <a:graphic>
          <a:graphicData uri="http://schemas.openxmlformats.org/drawingml/2006/table">
            <a:tbl>
              <a:tblPr>
                <a:noFill/>
                <a:tableStyleId>{D20E3AAB-C825-45CB-85BA-CBA2437CDD15}</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7210" name="Google Shape;7210;p57"/>
          <p:cNvGrpSpPr/>
          <p:nvPr/>
        </p:nvGrpSpPr>
        <p:grpSpPr>
          <a:xfrm>
            <a:off x="710464" y="981599"/>
            <a:ext cx="2396505" cy="976502"/>
            <a:chOff x="749309" y="1112739"/>
            <a:chExt cx="2371603" cy="976502"/>
          </a:xfrm>
        </p:grpSpPr>
        <p:grpSp>
          <p:nvGrpSpPr>
            <p:cNvPr id="7211" name="Google Shape;7211;p57"/>
            <p:cNvGrpSpPr/>
            <p:nvPr/>
          </p:nvGrpSpPr>
          <p:grpSpPr>
            <a:xfrm>
              <a:off x="1092126" y="1112739"/>
              <a:ext cx="2028786" cy="975464"/>
              <a:chOff x="1092126" y="1112739"/>
              <a:chExt cx="2028786" cy="975464"/>
            </a:xfrm>
          </p:grpSpPr>
          <p:sp>
            <p:nvSpPr>
              <p:cNvPr id="7212" name="Google Shape;7212;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57"/>
            <p:cNvGrpSpPr/>
            <p:nvPr/>
          </p:nvGrpSpPr>
          <p:grpSpPr>
            <a:xfrm>
              <a:off x="749309" y="1112739"/>
              <a:ext cx="314700" cy="975464"/>
              <a:chOff x="749309" y="1112739"/>
              <a:chExt cx="314700" cy="975464"/>
            </a:xfrm>
          </p:grpSpPr>
          <p:sp>
            <p:nvSpPr>
              <p:cNvPr id="7237" name="Google Shape;7237;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1" name="Google Shape;7241;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245" name="Google Shape;7245;p57"/>
          <p:cNvGraphicFramePr/>
          <p:nvPr/>
        </p:nvGraphicFramePr>
        <p:xfrm>
          <a:off x="5937812" y="981584"/>
          <a:ext cx="3000000" cy="3000000"/>
        </p:xfrm>
        <a:graphic>
          <a:graphicData uri="http://schemas.openxmlformats.org/drawingml/2006/table">
            <a:tbl>
              <a:tblPr>
                <a:noFill/>
                <a:tableStyleId>{D20E3AAB-C825-45CB-85BA-CBA2437CDD15}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246" name="Google Shape;7246;p57"/>
          <p:cNvGraphicFramePr/>
          <p:nvPr/>
        </p:nvGraphicFramePr>
        <p:xfrm>
          <a:off x="3358675" y="2153834"/>
          <a:ext cx="3000000" cy="3000000"/>
        </p:xfrm>
        <a:graphic>
          <a:graphicData uri="http://schemas.openxmlformats.org/drawingml/2006/table">
            <a:tbl>
              <a:tblPr>
                <a:noFill/>
                <a:tableStyleId>{D20E3AAB-C825-45CB-85BA-CBA2437CDD15}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247" name="Google Shape;7247;p57"/>
          <p:cNvGrpSpPr/>
          <p:nvPr/>
        </p:nvGrpSpPr>
        <p:grpSpPr>
          <a:xfrm>
            <a:off x="3360661" y="3144795"/>
            <a:ext cx="2363377" cy="1047062"/>
            <a:chOff x="3358399" y="3285485"/>
            <a:chExt cx="2363377" cy="1047062"/>
          </a:xfrm>
        </p:grpSpPr>
        <p:grpSp>
          <p:nvGrpSpPr>
            <p:cNvPr id="7248" name="Google Shape;7248;p57"/>
            <p:cNvGrpSpPr/>
            <p:nvPr/>
          </p:nvGrpSpPr>
          <p:grpSpPr>
            <a:xfrm>
              <a:off x="3358412" y="3285485"/>
              <a:ext cx="2363244" cy="139500"/>
              <a:chOff x="3358412" y="3285485"/>
              <a:chExt cx="2363244" cy="139500"/>
            </a:xfrm>
          </p:grpSpPr>
          <p:sp>
            <p:nvSpPr>
              <p:cNvPr id="7249" name="Google Shape;7249;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57"/>
            <p:cNvGrpSpPr/>
            <p:nvPr/>
          </p:nvGrpSpPr>
          <p:grpSpPr>
            <a:xfrm>
              <a:off x="3358412" y="3466996"/>
              <a:ext cx="2363244" cy="139500"/>
              <a:chOff x="3358412" y="3466996"/>
              <a:chExt cx="2363244" cy="139500"/>
            </a:xfrm>
          </p:grpSpPr>
          <p:sp>
            <p:nvSpPr>
              <p:cNvPr id="7255" name="Google Shape;7255;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57"/>
            <p:cNvGrpSpPr/>
            <p:nvPr/>
          </p:nvGrpSpPr>
          <p:grpSpPr>
            <a:xfrm>
              <a:off x="3358412" y="3648507"/>
              <a:ext cx="2363244" cy="139500"/>
              <a:chOff x="3358412" y="3648507"/>
              <a:chExt cx="2363244" cy="139500"/>
            </a:xfrm>
          </p:grpSpPr>
          <p:sp>
            <p:nvSpPr>
              <p:cNvPr id="7261" name="Google Shape;7261;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57"/>
            <p:cNvGrpSpPr/>
            <p:nvPr/>
          </p:nvGrpSpPr>
          <p:grpSpPr>
            <a:xfrm>
              <a:off x="3358412" y="3830018"/>
              <a:ext cx="2363244" cy="139500"/>
              <a:chOff x="3358412" y="3830018"/>
              <a:chExt cx="2363244" cy="139500"/>
            </a:xfrm>
          </p:grpSpPr>
          <p:sp>
            <p:nvSpPr>
              <p:cNvPr id="7267" name="Google Shape;7267;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57"/>
            <p:cNvGrpSpPr/>
            <p:nvPr/>
          </p:nvGrpSpPr>
          <p:grpSpPr>
            <a:xfrm>
              <a:off x="3358399" y="4011514"/>
              <a:ext cx="2363377" cy="139537"/>
              <a:chOff x="3294800" y="4134603"/>
              <a:chExt cx="2638876" cy="152400"/>
            </a:xfrm>
          </p:grpSpPr>
          <p:sp>
            <p:nvSpPr>
              <p:cNvPr id="7273" name="Google Shape;7273;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57"/>
            <p:cNvGrpSpPr/>
            <p:nvPr/>
          </p:nvGrpSpPr>
          <p:grpSpPr>
            <a:xfrm>
              <a:off x="3358399" y="4193010"/>
              <a:ext cx="2363377" cy="139537"/>
              <a:chOff x="3294800" y="4134603"/>
              <a:chExt cx="2638876" cy="152400"/>
            </a:xfrm>
          </p:grpSpPr>
          <p:sp>
            <p:nvSpPr>
              <p:cNvPr id="7279" name="Google Shape;7279;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284" name="Google Shape;7284;p57"/>
          <p:cNvGraphicFramePr/>
          <p:nvPr/>
        </p:nvGraphicFramePr>
        <p:xfrm>
          <a:off x="711463" y="2153834"/>
          <a:ext cx="3000000" cy="3000000"/>
        </p:xfrm>
        <a:graphic>
          <a:graphicData uri="http://schemas.openxmlformats.org/drawingml/2006/table">
            <a:tbl>
              <a:tblPr>
                <a:noFill/>
                <a:tableStyleId>{D20E3AAB-C825-45CB-85BA-CBA2437CDD15}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285" name="Google Shape;7285;p57"/>
          <p:cNvGrpSpPr/>
          <p:nvPr/>
        </p:nvGrpSpPr>
        <p:grpSpPr>
          <a:xfrm>
            <a:off x="4161132" y="2557649"/>
            <a:ext cx="1302095" cy="60959"/>
            <a:chOff x="3558802" y="4011427"/>
            <a:chExt cx="1866000" cy="111300"/>
          </a:xfrm>
        </p:grpSpPr>
        <p:sp>
          <p:nvSpPr>
            <p:cNvPr id="7286" name="Google Shape;7286;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57"/>
          <p:cNvGrpSpPr/>
          <p:nvPr/>
        </p:nvGrpSpPr>
        <p:grpSpPr>
          <a:xfrm>
            <a:off x="4706620" y="2839808"/>
            <a:ext cx="914340" cy="60959"/>
            <a:chOff x="3558802" y="4011427"/>
            <a:chExt cx="1866000" cy="111300"/>
          </a:xfrm>
        </p:grpSpPr>
        <p:sp>
          <p:nvSpPr>
            <p:cNvPr id="7289" name="Google Shape;7289;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57"/>
          <p:cNvGrpSpPr/>
          <p:nvPr/>
        </p:nvGrpSpPr>
        <p:grpSpPr>
          <a:xfrm>
            <a:off x="5871419" y="3167606"/>
            <a:ext cx="2522867" cy="1001454"/>
            <a:chOff x="1904318" y="789980"/>
            <a:chExt cx="1489472" cy="606868"/>
          </a:xfrm>
        </p:grpSpPr>
        <p:cxnSp>
          <p:nvCxnSpPr>
            <p:cNvPr id="7292" name="Google Shape;7292;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293" name="Google Shape;7293;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294" name="Google Shape;7294;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295" name="Google Shape;7295;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296" name="Google Shape;7296;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297" name="Google Shape;7297;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298" name="Google Shape;7298;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299" name="Google Shape;7299;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306" name="Google Shape;7306;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307" name="Google Shape;7307;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308" name="Google Shape;7308;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57"/>
          <p:cNvGrpSpPr/>
          <p:nvPr/>
        </p:nvGrpSpPr>
        <p:grpSpPr>
          <a:xfrm>
            <a:off x="3355824" y="951642"/>
            <a:ext cx="2363393" cy="1005865"/>
            <a:chOff x="3292400" y="1193188"/>
            <a:chExt cx="2615240" cy="1131075"/>
          </a:xfrm>
        </p:grpSpPr>
        <p:sp>
          <p:nvSpPr>
            <p:cNvPr id="7310" name="Google Shape;7310;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11" name="Google Shape;7311;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12" name="Google Shape;7312;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313" name="Google Shape;7313;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314" name="Google Shape;7314;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315" name="Google Shape;7315;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316" name="Google Shape;7316;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317" name="Google Shape;7317;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318" name="Google Shape;7318;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319" name="Google Shape;7319;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320" name="Google Shape;7320;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21" name="Google Shape;7321;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322" name="Google Shape;7322;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23" name="Google Shape;7323;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324" name="Google Shape;7324;p57"/>
            <p:cNvGrpSpPr/>
            <p:nvPr/>
          </p:nvGrpSpPr>
          <p:grpSpPr>
            <a:xfrm>
              <a:off x="3748438" y="1378608"/>
              <a:ext cx="2159202" cy="903971"/>
              <a:chOff x="1683525" y="2179850"/>
              <a:chExt cx="4519050" cy="2134525"/>
            </a:xfrm>
          </p:grpSpPr>
          <p:sp>
            <p:nvSpPr>
              <p:cNvPr id="7325" name="Google Shape;7325;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26" name="Google Shape;7326;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27" name="Google Shape;7327;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28" name="Google Shape;7328;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29" name="Google Shape;7329;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0" name="Google Shape;7330;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1" name="Google Shape;7331;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2" name="Google Shape;7332;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3" name="Google Shape;7333;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4" name="Google Shape;7334;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5" name="Google Shape;7335;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36" name="Google Shape;7336;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0" name="Shape 7340"/>
        <p:cNvGrpSpPr/>
        <p:nvPr/>
      </p:nvGrpSpPr>
      <p:grpSpPr>
        <a:xfrm>
          <a:off x="0" y="0"/>
          <a:ext cx="0" cy="0"/>
          <a:chOff x="0" y="0"/>
          <a:chExt cx="0" cy="0"/>
        </a:xfrm>
      </p:grpSpPr>
      <p:grpSp>
        <p:nvGrpSpPr>
          <p:cNvPr id="7341" name="Google Shape;7341;p58"/>
          <p:cNvGrpSpPr/>
          <p:nvPr/>
        </p:nvGrpSpPr>
        <p:grpSpPr>
          <a:xfrm>
            <a:off x="4796690" y="970936"/>
            <a:ext cx="745431" cy="718863"/>
            <a:chOff x="4249973" y="1201875"/>
            <a:chExt cx="1958568" cy="1888762"/>
          </a:xfrm>
        </p:grpSpPr>
        <p:sp>
          <p:nvSpPr>
            <p:cNvPr id="7342" name="Google Shape;7342;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58"/>
            <p:cNvGrpSpPr/>
            <p:nvPr/>
          </p:nvGrpSpPr>
          <p:grpSpPr>
            <a:xfrm>
              <a:off x="5853086" y="1789142"/>
              <a:ext cx="355454" cy="1048099"/>
              <a:chOff x="5576108" y="2016725"/>
              <a:chExt cx="565200" cy="1666560"/>
            </a:xfrm>
          </p:grpSpPr>
          <p:sp>
            <p:nvSpPr>
              <p:cNvPr id="7344" name="Google Shape;7344;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45" name="Google Shape;7345;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58"/>
            <p:cNvGrpSpPr/>
            <p:nvPr/>
          </p:nvGrpSpPr>
          <p:grpSpPr>
            <a:xfrm>
              <a:off x="4869455" y="2691676"/>
              <a:ext cx="1013897" cy="398961"/>
              <a:chOff x="4012057" y="3451825"/>
              <a:chExt cx="1612175" cy="634379"/>
            </a:xfrm>
          </p:grpSpPr>
          <p:sp>
            <p:nvSpPr>
              <p:cNvPr id="7347" name="Google Shape;7347;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48" name="Google Shape;7348;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58"/>
            <p:cNvGrpSpPr/>
            <p:nvPr/>
          </p:nvGrpSpPr>
          <p:grpSpPr>
            <a:xfrm>
              <a:off x="4276937" y="2155961"/>
              <a:ext cx="651965" cy="891358"/>
              <a:chOff x="3069908" y="2599997"/>
              <a:chExt cx="1036675" cy="1417328"/>
            </a:xfrm>
          </p:grpSpPr>
          <p:sp>
            <p:nvSpPr>
              <p:cNvPr id="7350" name="Google Shape;7350;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51" name="Google Shape;7351;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58"/>
            <p:cNvGrpSpPr/>
            <p:nvPr/>
          </p:nvGrpSpPr>
          <p:grpSpPr>
            <a:xfrm>
              <a:off x="5054918" y="1201875"/>
              <a:ext cx="999548" cy="602711"/>
              <a:chOff x="4306958" y="1082925"/>
              <a:chExt cx="1589359" cy="958358"/>
            </a:xfrm>
          </p:grpSpPr>
          <p:sp>
            <p:nvSpPr>
              <p:cNvPr id="7353" name="Google Shape;7353;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54" name="Google Shape;7354;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58"/>
            <p:cNvGrpSpPr/>
            <p:nvPr/>
          </p:nvGrpSpPr>
          <p:grpSpPr>
            <a:xfrm>
              <a:off x="4249973" y="1303451"/>
              <a:ext cx="799317" cy="841334"/>
              <a:chOff x="3027033" y="1244439"/>
              <a:chExt cx="1270977" cy="1337786"/>
            </a:xfrm>
          </p:grpSpPr>
          <p:sp>
            <p:nvSpPr>
              <p:cNvPr id="7356" name="Google Shape;7356;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357" name="Google Shape;7357;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8" name="Google Shape;7358;p58"/>
          <p:cNvGrpSpPr/>
          <p:nvPr/>
        </p:nvGrpSpPr>
        <p:grpSpPr>
          <a:xfrm>
            <a:off x="713063" y="1849386"/>
            <a:ext cx="761767" cy="729896"/>
            <a:chOff x="2657744" y="2337745"/>
            <a:chExt cx="832987" cy="798137"/>
          </a:xfrm>
        </p:grpSpPr>
        <p:sp>
          <p:nvSpPr>
            <p:cNvPr id="7359" name="Google Shape;7359;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8"/>
          <p:cNvGrpSpPr/>
          <p:nvPr/>
        </p:nvGrpSpPr>
        <p:grpSpPr>
          <a:xfrm>
            <a:off x="3224027" y="1852592"/>
            <a:ext cx="685569" cy="723586"/>
            <a:chOff x="3398134" y="2057755"/>
            <a:chExt cx="704087" cy="743130"/>
          </a:xfrm>
        </p:grpSpPr>
        <p:grpSp>
          <p:nvGrpSpPr>
            <p:cNvPr id="7366" name="Google Shape;7366;p58"/>
            <p:cNvGrpSpPr/>
            <p:nvPr/>
          </p:nvGrpSpPr>
          <p:grpSpPr>
            <a:xfrm>
              <a:off x="3398134" y="2290183"/>
              <a:ext cx="315300" cy="219900"/>
              <a:chOff x="3398134" y="2290183"/>
              <a:chExt cx="315300" cy="219900"/>
            </a:xfrm>
          </p:grpSpPr>
          <p:sp>
            <p:nvSpPr>
              <p:cNvPr id="7367" name="Google Shape;7367;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368" name="Google Shape;7368;p58"/>
              <p:cNvCxnSpPr>
                <a:stCxn id="736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369" name="Google Shape;7369;p58"/>
            <p:cNvGrpSpPr/>
            <p:nvPr/>
          </p:nvGrpSpPr>
          <p:grpSpPr>
            <a:xfrm>
              <a:off x="3547823" y="2467358"/>
              <a:ext cx="219900" cy="333527"/>
              <a:chOff x="3547823" y="2467358"/>
              <a:chExt cx="219900" cy="333527"/>
            </a:xfrm>
          </p:grpSpPr>
          <p:sp>
            <p:nvSpPr>
              <p:cNvPr id="7370" name="Google Shape;7370;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371" name="Google Shape;7371;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372" name="Google Shape;7372;p58"/>
            <p:cNvGrpSpPr/>
            <p:nvPr/>
          </p:nvGrpSpPr>
          <p:grpSpPr>
            <a:xfrm>
              <a:off x="3734138" y="2467358"/>
              <a:ext cx="219900" cy="333527"/>
              <a:chOff x="3734138" y="2467358"/>
              <a:chExt cx="219900" cy="333527"/>
            </a:xfrm>
          </p:grpSpPr>
          <p:sp>
            <p:nvSpPr>
              <p:cNvPr id="7373" name="Google Shape;7373;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374" name="Google Shape;7374;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375" name="Google Shape;7375;p58"/>
            <p:cNvGrpSpPr/>
            <p:nvPr/>
          </p:nvGrpSpPr>
          <p:grpSpPr>
            <a:xfrm>
              <a:off x="3787560" y="2288011"/>
              <a:ext cx="314661" cy="219900"/>
              <a:chOff x="3787560" y="2288011"/>
              <a:chExt cx="314661" cy="219900"/>
            </a:xfrm>
          </p:grpSpPr>
          <p:sp>
            <p:nvSpPr>
              <p:cNvPr id="7376" name="Google Shape;7376;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377" name="Google Shape;7377;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378" name="Google Shape;7378;p58"/>
            <p:cNvGrpSpPr/>
            <p:nvPr/>
          </p:nvGrpSpPr>
          <p:grpSpPr>
            <a:xfrm>
              <a:off x="3637290" y="2057755"/>
              <a:ext cx="219900" cy="335499"/>
              <a:chOff x="3637290" y="2057755"/>
              <a:chExt cx="219900" cy="335499"/>
            </a:xfrm>
          </p:grpSpPr>
          <p:sp>
            <p:nvSpPr>
              <p:cNvPr id="7379" name="Google Shape;7379;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380" name="Google Shape;7380;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381" name="Google Shape;7381;p58"/>
          <p:cNvGrpSpPr/>
          <p:nvPr/>
        </p:nvGrpSpPr>
        <p:grpSpPr>
          <a:xfrm>
            <a:off x="4899249" y="1859288"/>
            <a:ext cx="710153" cy="710153"/>
            <a:chOff x="5007123" y="2079403"/>
            <a:chExt cx="687600" cy="687600"/>
          </a:xfrm>
        </p:grpSpPr>
        <p:sp>
          <p:nvSpPr>
            <p:cNvPr id="7382" name="Google Shape;7382;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58"/>
          <p:cNvGrpSpPr/>
          <p:nvPr/>
        </p:nvGrpSpPr>
        <p:grpSpPr>
          <a:xfrm>
            <a:off x="5708687" y="1853794"/>
            <a:ext cx="720998" cy="721183"/>
            <a:chOff x="5797446" y="2063053"/>
            <a:chExt cx="698100" cy="698280"/>
          </a:xfrm>
        </p:grpSpPr>
        <p:sp>
          <p:nvSpPr>
            <p:cNvPr id="7387" name="Google Shape;7387;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8"/>
          <p:cNvGrpSpPr/>
          <p:nvPr/>
        </p:nvGrpSpPr>
        <p:grpSpPr>
          <a:xfrm>
            <a:off x="8153834" y="3499399"/>
            <a:ext cx="280585" cy="673164"/>
            <a:chOff x="8075075" y="3754290"/>
            <a:chExt cx="255612" cy="613194"/>
          </a:xfrm>
        </p:grpSpPr>
        <p:grpSp>
          <p:nvGrpSpPr>
            <p:cNvPr id="7392" name="Google Shape;7392;p58"/>
            <p:cNvGrpSpPr/>
            <p:nvPr/>
          </p:nvGrpSpPr>
          <p:grpSpPr>
            <a:xfrm>
              <a:off x="8075075" y="3754290"/>
              <a:ext cx="255612" cy="613194"/>
              <a:chOff x="8075075" y="3754290"/>
              <a:chExt cx="255612" cy="613194"/>
            </a:xfrm>
          </p:grpSpPr>
          <p:sp>
            <p:nvSpPr>
              <p:cNvPr id="7393" name="Google Shape;7393;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5" name="Google Shape;7395;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58"/>
          <p:cNvGrpSpPr/>
          <p:nvPr/>
        </p:nvGrpSpPr>
        <p:grpSpPr>
          <a:xfrm>
            <a:off x="5270892" y="3488196"/>
            <a:ext cx="470352" cy="683745"/>
            <a:chOff x="1697726" y="3244179"/>
            <a:chExt cx="788124" cy="1146069"/>
          </a:xfrm>
        </p:grpSpPr>
        <p:sp>
          <p:nvSpPr>
            <p:cNvPr id="7397" name="Google Shape;7397;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9" name="Google Shape;7399;p5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0" name="Google Shape;7400;p58"/>
          <p:cNvGrpSpPr/>
          <p:nvPr/>
        </p:nvGrpSpPr>
        <p:grpSpPr>
          <a:xfrm>
            <a:off x="5892043" y="3499398"/>
            <a:ext cx="293891" cy="293845"/>
            <a:chOff x="6134814" y="3754290"/>
            <a:chExt cx="293891" cy="293845"/>
          </a:xfrm>
        </p:grpSpPr>
        <p:sp>
          <p:nvSpPr>
            <p:cNvPr id="7401" name="Google Shape;7401;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58"/>
          <p:cNvGrpSpPr/>
          <p:nvPr/>
        </p:nvGrpSpPr>
        <p:grpSpPr>
          <a:xfrm>
            <a:off x="5892043" y="3878069"/>
            <a:ext cx="293891" cy="293891"/>
            <a:chOff x="6134814" y="4086186"/>
            <a:chExt cx="293891" cy="293891"/>
          </a:xfrm>
        </p:grpSpPr>
        <p:sp>
          <p:nvSpPr>
            <p:cNvPr id="7404" name="Google Shape;7404;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6" name="Google Shape;7406;p5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8" name="Google Shape;7408;p58"/>
          <p:cNvGrpSpPr/>
          <p:nvPr/>
        </p:nvGrpSpPr>
        <p:grpSpPr>
          <a:xfrm>
            <a:off x="7817018" y="2706762"/>
            <a:ext cx="622883" cy="621944"/>
            <a:chOff x="1187048" y="238125"/>
            <a:chExt cx="5256397" cy="5248476"/>
          </a:xfrm>
        </p:grpSpPr>
        <p:sp>
          <p:nvSpPr>
            <p:cNvPr id="7409" name="Google Shape;7409;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8"/>
          <p:cNvGrpSpPr/>
          <p:nvPr/>
        </p:nvGrpSpPr>
        <p:grpSpPr>
          <a:xfrm>
            <a:off x="2274123" y="2716370"/>
            <a:ext cx="1310987" cy="612407"/>
            <a:chOff x="238125" y="1188750"/>
            <a:chExt cx="7140450" cy="3335550"/>
          </a:xfrm>
        </p:grpSpPr>
        <p:sp>
          <p:nvSpPr>
            <p:cNvPr id="7414" name="Google Shape;7414;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8"/>
          <p:cNvGrpSpPr/>
          <p:nvPr/>
        </p:nvGrpSpPr>
        <p:grpSpPr>
          <a:xfrm>
            <a:off x="6599995" y="2706925"/>
            <a:ext cx="1110299" cy="621702"/>
            <a:chOff x="238125" y="1335475"/>
            <a:chExt cx="5418735" cy="3034175"/>
          </a:xfrm>
        </p:grpSpPr>
        <p:sp>
          <p:nvSpPr>
            <p:cNvPr id="7420" name="Google Shape;7420;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58"/>
          <p:cNvGrpSpPr/>
          <p:nvPr/>
        </p:nvGrpSpPr>
        <p:grpSpPr>
          <a:xfrm>
            <a:off x="5417655" y="2703822"/>
            <a:ext cx="1074451" cy="627181"/>
            <a:chOff x="5359127" y="2910889"/>
            <a:chExt cx="1097723" cy="640831"/>
          </a:xfrm>
        </p:grpSpPr>
        <p:grpSp>
          <p:nvGrpSpPr>
            <p:cNvPr id="7424" name="Google Shape;7424;p58"/>
            <p:cNvGrpSpPr/>
            <p:nvPr/>
          </p:nvGrpSpPr>
          <p:grpSpPr>
            <a:xfrm>
              <a:off x="5929791" y="3263088"/>
              <a:ext cx="527060" cy="287097"/>
              <a:chOff x="5929791" y="3263088"/>
              <a:chExt cx="527060" cy="287097"/>
            </a:xfrm>
          </p:grpSpPr>
          <p:sp>
            <p:nvSpPr>
              <p:cNvPr id="7425" name="Google Shape;7425;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26" name="Google Shape;7426;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27" name="Google Shape;7427;p58"/>
            <p:cNvGrpSpPr/>
            <p:nvPr/>
          </p:nvGrpSpPr>
          <p:grpSpPr>
            <a:xfrm>
              <a:off x="5359127" y="3263089"/>
              <a:ext cx="526428" cy="288631"/>
              <a:chOff x="5359127" y="3263089"/>
              <a:chExt cx="526428" cy="288631"/>
            </a:xfrm>
          </p:grpSpPr>
          <p:sp>
            <p:nvSpPr>
              <p:cNvPr id="7428" name="Google Shape;7428;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29" name="Google Shape;7429;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30" name="Google Shape;7430;p58"/>
            <p:cNvGrpSpPr/>
            <p:nvPr/>
          </p:nvGrpSpPr>
          <p:grpSpPr>
            <a:xfrm>
              <a:off x="5551525" y="2910889"/>
              <a:ext cx="520901" cy="610283"/>
              <a:chOff x="5551525" y="2910889"/>
              <a:chExt cx="520901" cy="610283"/>
            </a:xfrm>
          </p:grpSpPr>
          <p:sp>
            <p:nvSpPr>
              <p:cNvPr id="7431" name="Google Shape;7431;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32" name="Google Shape;7432;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33" name="Google Shape;7433;p58"/>
            <p:cNvGrpSpPr/>
            <p:nvPr/>
          </p:nvGrpSpPr>
          <p:grpSpPr>
            <a:xfrm>
              <a:off x="5743962" y="2919100"/>
              <a:ext cx="623674" cy="284502"/>
              <a:chOff x="5743962" y="2919100"/>
              <a:chExt cx="623674" cy="284502"/>
            </a:xfrm>
          </p:grpSpPr>
          <p:sp>
            <p:nvSpPr>
              <p:cNvPr id="7434" name="Google Shape;7434;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35" name="Google Shape;7435;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436" name="Google Shape;7436;p58"/>
          <p:cNvGrpSpPr/>
          <p:nvPr/>
        </p:nvGrpSpPr>
        <p:grpSpPr>
          <a:xfrm>
            <a:off x="7568868" y="1854534"/>
            <a:ext cx="874976" cy="719600"/>
            <a:chOff x="7608988" y="2093194"/>
            <a:chExt cx="817276" cy="672147"/>
          </a:xfrm>
        </p:grpSpPr>
        <p:cxnSp>
          <p:nvCxnSpPr>
            <p:cNvPr id="7437" name="Google Shape;7437;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38" name="Google Shape;7438;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39" name="Google Shape;7439;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40" name="Google Shape;7440;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41" name="Google Shape;7441;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442" name="Google Shape;7442;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443" name="Google Shape;7443;p58"/>
            <p:cNvGrpSpPr/>
            <p:nvPr/>
          </p:nvGrpSpPr>
          <p:grpSpPr>
            <a:xfrm>
              <a:off x="7721175" y="2093194"/>
              <a:ext cx="599587" cy="623846"/>
              <a:chOff x="7721175" y="2093194"/>
              <a:chExt cx="599587" cy="623846"/>
            </a:xfrm>
          </p:grpSpPr>
          <p:grpSp>
            <p:nvGrpSpPr>
              <p:cNvPr id="7444" name="Google Shape;7444;p58"/>
              <p:cNvGrpSpPr/>
              <p:nvPr/>
            </p:nvGrpSpPr>
            <p:grpSpPr>
              <a:xfrm>
                <a:off x="7721175" y="2093194"/>
                <a:ext cx="291605" cy="623846"/>
                <a:chOff x="9405575" y="2061418"/>
                <a:chExt cx="291605" cy="623846"/>
              </a:xfrm>
            </p:grpSpPr>
            <p:sp>
              <p:nvSpPr>
                <p:cNvPr id="7445" name="Google Shape;7445;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8"/>
              <p:cNvGrpSpPr/>
              <p:nvPr/>
            </p:nvGrpSpPr>
            <p:grpSpPr>
              <a:xfrm flipH="1">
                <a:off x="8029157" y="2093194"/>
                <a:ext cx="291605" cy="623846"/>
                <a:chOff x="9405575" y="2061418"/>
                <a:chExt cx="291605" cy="623846"/>
              </a:xfrm>
            </p:grpSpPr>
            <p:sp>
              <p:nvSpPr>
                <p:cNvPr id="7453" name="Google Shape;7453;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60" name="Google Shape;7460;p58"/>
          <p:cNvGrpSpPr/>
          <p:nvPr/>
        </p:nvGrpSpPr>
        <p:grpSpPr>
          <a:xfrm>
            <a:off x="4013304" y="970936"/>
            <a:ext cx="712557" cy="785901"/>
            <a:chOff x="4206459" y="1191441"/>
            <a:chExt cx="712557" cy="785901"/>
          </a:xfrm>
        </p:grpSpPr>
        <p:sp>
          <p:nvSpPr>
            <p:cNvPr id="7461" name="Google Shape;7461;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5" name="Google Shape;7465;p58"/>
            <p:cNvGrpSpPr/>
            <p:nvPr/>
          </p:nvGrpSpPr>
          <p:grpSpPr>
            <a:xfrm>
              <a:off x="4644280" y="1290523"/>
              <a:ext cx="143716" cy="29463"/>
              <a:chOff x="4644280" y="1290523"/>
              <a:chExt cx="143716" cy="29463"/>
            </a:xfrm>
          </p:grpSpPr>
          <p:sp>
            <p:nvSpPr>
              <p:cNvPr id="7466" name="Google Shape;7466;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58"/>
            <p:cNvGrpSpPr/>
            <p:nvPr/>
          </p:nvGrpSpPr>
          <p:grpSpPr>
            <a:xfrm>
              <a:off x="4356567" y="1191441"/>
              <a:ext cx="143690" cy="29488"/>
              <a:chOff x="4356567" y="1191441"/>
              <a:chExt cx="143690" cy="29488"/>
            </a:xfrm>
          </p:grpSpPr>
          <p:sp>
            <p:nvSpPr>
              <p:cNvPr id="7471" name="Google Shape;7471;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8"/>
            <p:cNvGrpSpPr/>
            <p:nvPr/>
          </p:nvGrpSpPr>
          <p:grpSpPr>
            <a:xfrm>
              <a:off x="4339009" y="1863727"/>
              <a:ext cx="143703" cy="29476"/>
              <a:chOff x="4339009" y="1863727"/>
              <a:chExt cx="143703" cy="29476"/>
            </a:xfrm>
          </p:grpSpPr>
          <p:sp>
            <p:nvSpPr>
              <p:cNvPr id="7476" name="Google Shape;7476;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58"/>
            <p:cNvGrpSpPr/>
            <p:nvPr/>
          </p:nvGrpSpPr>
          <p:grpSpPr>
            <a:xfrm>
              <a:off x="4206459" y="1607315"/>
              <a:ext cx="29539" cy="142899"/>
              <a:chOff x="4206459" y="1607315"/>
              <a:chExt cx="29539" cy="142899"/>
            </a:xfrm>
          </p:grpSpPr>
          <p:sp>
            <p:nvSpPr>
              <p:cNvPr id="7481" name="Google Shape;7481;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5" name="Google Shape;7485;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9" name="Google Shape;7489;p58"/>
            <p:cNvGrpSpPr/>
            <p:nvPr/>
          </p:nvGrpSpPr>
          <p:grpSpPr>
            <a:xfrm>
              <a:off x="4889463" y="1423737"/>
              <a:ext cx="29552" cy="142899"/>
              <a:chOff x="4889463" y="1423737"/>
              <a:chExt cx="29552" cy="142899"/>
            </a:xfrm>
          </p:grpSpPr>
          <p:sp>
            <p:nvSpPr>
              <p:cNvPr id="7490" name="Google Shape;7490;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8"/>
            <p:cNvGrpSpPr/>
            <p:nvPr/>
          </p:nvGrpSpPr>
          <p:grpSpPr>
            <a:xfrm>
              <a:off x="4771663" y="1876896"/>
              <a:ext cx="108651" cy="100447"/>
              <a:chOff x="4771663" y="1876896"/>
              <a:chExt cx="108651" cy="100447"/>
            </a:xfrm>
          </p:grpSpPr>
          <p:sp>
            <p:nvSpPr>
              <p:cNvPr id="7495" name="Google Shape;7495;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9" name="Google Shape;7499;p58"/>
          <p:cNvGrpSpPr/>
          <p:nvPr/>
        </p:nvGrpSpPr>
        <p:grpSpPr>
          <a:xfrm>
            <a:off x="4008780" y="1854159"/>
            <a:ext cx="791287" cy="720350"/>
            <a:chOff x="267375" y="1071875"/>
            <a:chExt cx="470500" cy="428550"/>
          </a:xfrm>
        </p:grpSpPr>
        <p:sp>
          <p:nvSpPr>
            <p:cNvPr id="7500" name="Google Shape;7500;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58"/>
          <p:cNvGrpSpPr/>
          <p:nvPr/>
        </p:nvGrpSpPr>
        <p:grpSpPr>
          <a:xfrm>
            <a:off x="709275" y="3498789"/>
            <a:ext cx="1408444" cy="673166"/>
            <a:chOff x="712664" y="3693287"/>
            <a:chExt cx="1460738" cy="698160"/>
          </a:xfrm>
        </p:grpSpPr>
        <p:grpSp>
          <p:nvGrpSpPr>
            <p:cNvPr id="7509" name="Google Shape;7509;p58"/>
            <p:cNvGrpSpPr/>
            <p:nvPr/>
          </p:nvGrpSpPr>
          <p:grpSpPr>
            <a:xfrm>
              <a:off x="1380079" y="4133090"/>
              <a:ext cx="234048" cy="258099"/>
              <a:chOff x="1380079" y="4133090"/>
              <a:chExt cx="234048" cy="258099"/>
            </a:xfrm>
          </p:grpSpPr>
          <p:sp>
            <p:nvSpPr>
              <p:cNvPr id="7510" name="Google Shape;7510;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58"/>
            <p:cNvGrpSpPr/>
            <p:nvPr/>
          </p:nvGrpSpPr>
          <p:grpSpPr>
            <a:xfrm>
              <a:off x="884610" y="3864082"/>
              <a:ext cx="1118566" cy="527275"/>
              <a:chOff x="890961" y="3865463"/>
              <a:chExt cx="1115221" cy="525698"/>
            </a:xfrm>
          </p:grpSpPr>
          <p:sp>
            <p:nvSpPr>
              <p:cNvPr id="7514" name="Google Shape;7514;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58"/>
            <p:cNvGrpSpPr/>
            <p:nvPr/>
          </p:nvGrpSpPr>
          <p:grpSpPr>
            <a:xfrm>
              <a:off x="712664" y="3693287"/>
              <a:ext cx="1460738" cy="698160"/>
              <a:chOff x="712664" y="3693025"/>
              <a:chExt cx="1460738" cy="698160"/>
            </a:xfrm>
          </p:grpSpPr>
          <p:sp>
            <p:nvSpPr>
              <p:cNvPr id="7518" name="Google Shape;7518;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4" name="Google Shape;7524;p58"/>
          <p:cNvGrpSpPr/>
          <p:nvPr/>
        </p:nvGrpSpPr>
        <p:grpSpPr>
          <a:xfrm>
            <a:off x="3146990" y="970936"/>
            <a:ext cx="795485" cy="738831"/>
            <a:chOff x="3348603" y="1236445"/>
            <a:chExt cx="749256" cy="695894"/>
          </a:xfrm>
        </p:grpSpPr>
        <p:grpSp>
          <p:nvGrpSpPr>
            <p:cNvPr id="7525" name="Google Shape;7525;p58"/>
            <p:cNvGrpSpPr/>
            <p:nvPr/>
          </p:nvGrpSpPr>
          <p:grpSpPr>
            <a:xfrm>
              <a:off x="3583779" y="1236445"/>
              <a:ext cx="293795" cy="285811"/>
              <a:chOff x="3750225" y="1774000"/>
              <a:chExt cx="149575" cy="145525"/>
            </a:xfrm>
          </p:grpSpPr>
          <p:sp>
            <p:nvSpPr>
              <p:cNvPr id="7526" name="Google Shape;7526;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58"/>
            <p:cNvGrpSpPr/>
            <p:nvPr/>
          </p:nvGrpSpPr>
          <p:grpSpPr>
            <a:xfrm>
              <a:off x="3775534" y="1462599"/>
              <a:ext cx="322325" cy="285958"/>
              <a:chOff x="3847850" y="1889150"/>
              <a:chExt cx="164100" cy="145600"/>
            </a:xfrm>
          </p:grpSpPr>
          <p:sp>
            <p:nvSpPr>
              <p:cNvPr id="7529" name="Google Shape;7529;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8"/>
            <p:cNvGrpSpPr/>
            <p:nvPr/>
          </p:nvGrpSpPr>
          <p:grpSpPr>
            <a:xfrm>
              <a:off x="3545329" y="1646528"/>
              <a:ext cx="293746" cy="285811"/>
              <a:chOff x="3730650" y="1982800"/>
              <a:chExt cx="149550" cy="145525"/>
            </a:xfrm>
          </p:grpSpPr>
          <p:sp>
            <p:nvSpPr>
              <p:cNvPr id="7532" name="Google Shape;7532;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58"/>
            <p:cNvGrpSpPr/>
            <p:nvPr/>
          </p:nvGrpSpPr>
          <p:grpSpPr>
            <a:xfrm>
              <a:off x="3348603" y="1415046"/>
              <a:ext cx="294384" cy="284387"/>
              <a:chOff x="3630494" y="1864938"/>
              <a:chExt cx="149875" cy="144800"/>
            </a:xfrm>
          </p:grpSpPr>
          <p:sp>
            <p:nvSpPr>
              <p:cNvPr id="7535" name="Google Shape;7535;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7" name="Google Shape;7537;p58"/>
          <p:cNvGrpSpPr/>
          <p:nvPr/>
        </p:nvGrpSpPr>
        <p:grpSpPr>
          <a:xfrm>
            <a:off x="2268517" y="3493832"/>
            <a:ext cx="1324924" cy="678083"/>
            <a:chOff x="2413923" y="3711366"/>
            <a:chExt cx="1374117" cy="703260"/>
          </a:xfrm>
        </p:grpSpPr>
        <p:grpSp>
          <p:nvGrpSpPr>
            <p:cNvPr id="7538" name="Google Shape;7538;p58"/>
            <p:cNvGrpSpPr/>
            <p:nvPr/>
          </p:nvGrpSpPr>
          <p:grpSpPr>
            <a:xfrm>
              <a:off x="2413923" y="3711366"/>
              <a:ext cx="1374117" cy="703260"/>
              <a:chOff x="2413923" y="3711366"/>
              <a:chExt cx="1374117" cy="703260"/>
            </a:xfrm>
          </p:grpSpPr>
          <p:sp>
            <p:nvSpPr>
              <p:cNvPr id="7539" name="Google Shape;7539;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0" name="Google Shape;7540;p58"/>
              <p:cNvGrpSpPr/>
              <p:nvPr/>
            </p:nvGrpSpPr>
            <p:grpSpPr>
              <a:xfrm>
                <a:off x="2600284" y="3808654"/>
                <a:ext cx="234506" cy="138009"/>
                <a:chOff x="2600284" y="3808654"/>
                <a:chExt cx="234506" cy="138009"/>
              </a:xfrm>
            </p:grpSpPr>
            <p:sp>
              <p:nvSpPr>
                <p:cNvPr id="7541" name="Google Shape;7541;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2" name="Google Shape;7542;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43" name="Google Shape;7543;p58"/>
              <p:cNvGrpSpPr/>
              <p:nvPr/>
            </p:nvGrpSpPr>
            <p:grpSpPr>
              <a:xfrm>
                <a:off x="3359659" y="3805664"/>
                <a:ext cx="232294" cy="141000"/>
                <a:chOff x="3359659" y="3805664"/>
                <a:chExt cx="232294" cy="141000"/>
              </a:xfrm>
            </p:grpSpPr>
            <p:sp>
              <p:nvSpPr>
                <p:cNvPr id="7544" name="Google Shape;7544;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5" name="Google Shape;7545;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46" name="Google Shape;7546;p58"/>
              <p:cNvGrpSpPr/>
              <p:nvPr/>
            </p:nvGrpSpPr>
            <p:grpSpPr>
              <a:xfrm>
                <a:off x="3067316" y="3711366"/>
                <a:ext cx="66900" cy="166809"/>
                <a:chOff x="3067316" y="3711366"/>
                <a:chExt cx="66900" cy="166809"/>
              </a:xfrm>
            </p:grpSpPr>
            <p:sp>
              <p:nvSpPr>
                <p:cNvPr id="7547" name="Google Shape;7547;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8" name="Google Shape;7548;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49" name="Google Shape;7549;p58"/>
              <p:cNvGrpSpPr/>
              <p:nvPr/>
            </p:nvGrpSpPr>
            <p:grpSpPr>
              <a:xfrm>
                <a:off x="2413923" y="4058666"/>
                <a:ext cx="224119" cy="66900"/>
                <a:chOff x="2413923" y="4058666"/>
                <a:chExt cx="224119" cy="66900"/>
              </a:xfrm>
            </p:grpSpPr>
            <p:sp>
              <p:nvSpPr>
                <p:cNvPr id="7550" name="Google Shape;7550;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1" name="Google Shape;7551;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52" name="Google Shape;7552;p58"/>
              <p:cNvGrpSpPr/>
              <p:nvPr/>
            </p:nvGrpSpPr>
            <p:grpSpPr>
              <a:xfrm>
                <a:off x="3564643" y="4058666"/>
                <a:ext cx="223397" cy="66900"/>
                <a:chOff x="3564643" y="4058666"/>
                <a:chExt cx="223397" cy="66900"/>
              </a:xfrm>
            </p:grpSpPr>
            <p:sp>
              <p:nvSpPr>
                <p:cNvPr id="7553" name="Google Shape;7553;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4" name="Google Shape;7554;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555" name="Google Shape;7555;p58"/>
            <p:cNvGrpSpPr/>
            <p:nvPr/>
          </p:nvGrpSpPr>
          <p:grpSpPr>
            <a:xfrm>
              <a:off x="2633353" y="3965763"/>
              <a:ext cx="933975" cy="445687"/>
              <a:chOff x="2633353" y="3965763"/>
              <a:chExt cx="933975" cy="445687"/>
            </a:xfrm>
          </p:grpSpPr>
          <p:sp>
            <p:nvSpPr>
              <p:cNvPr id="7556" name="Google Shape;7556;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8" name="Google Shape;7558;p58"/>
          <p:cNvGrpSpPr/>
          <p:nvPr/>
        </p:nvGrpSpPr>
        <p:grpSpPr>
          <a:xfrm>
            <a:off x="6392789" y="1044380"/>
            <a:ext cx="1131087" cy="587383"/>
            <a:chOff x="238125" y="999450"/>
            <a:chExt cx="7140700" cy="3708225"/>
          </a:xfrm>
        </p:grpSpPr>
        <p:sp>
          <p:nvSpPr>
            <p:cNvPr id="7559" name="Google Shape;7559;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58"/>
          <p:cNvGrpSpPr/>
          <p:nvPr/>
        </p:nvGrpSpPr>
        <p:grpSpPr>
          <a:xfrm>
            <a:off x="3744240" y="3493874"/>
            <a:ext cx="1375854" cy="678131"/>
            <a:chOff x="3913765" y="3641905"/>
            <a:chExt cx="1522805" cy="750560"/>
          </a:xfrm>
        </p:grpSpPr>
        <p:grpSp>
          <p:nvGrpSpPr>
            <p:cNvPr id="7569" name="Google Shape;7569;p58"/>
            <p:cNvGrpSpPr/>
            <p:nvPr/>
          </p:nvGrpSpPr>
          <p:grpSpPr>
            <a:xfrm>
              <a:off x="3913765" y="3997002"/>
              <a:ext cx="1522805" cy="395463"/>
              <a:chOff x="3913765" y="3997002"/>
              <a:chExt cx="1522805" cy="395463"/>
            </a:xfrm>
          </p:grpSpPr>
          <p:grpSp>
            <p:nvGrpSpPr>
              <p:cNvPr id="7570" name="Google Shape;7570;p58"/>
              <p:cNvGrpSpPr/>
              <p:nvPr/>
            </p:nvGrpSpPr>
            <p:grpSpPr>
              <a:xfrm>
                <a:off x="3913765" y="4138659"/>
                <a:ext cx="507602" cy="253806"/>
                <a:chOff x="3913765" y="4138659"/>
                <a:chExt cx="507602" cy="253806"/>
              </a:xfrm>
            </p:grpSpPr>
            <p:sp>
              <p:nvSpPr>
                <p:cNvPr id="7571" name="Google Shape;7571;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573" name="Google Shape;7573;p58"/>
              <p:cNvGrpSpPr/>
              <p:nvPr/>
            </p:nvGrpSpPr>
            <p:grpSpPr>
              <a:xfrm>
                <a:off x="4421361" y="3997002"/>
                <a:ext cx="507618" cy="395463"/>
                <a:chOff x="4421361" y="3997002"/>
                <a:chExt cx="507618" cy="395463"/>
              </a:xfrm>
            </p:grpSpPr>
            <p:sp>
              <p:nvSpPr>
                <p:cNvPr id="7574" name="Google Shape;7574;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8"/>
              <p:cNvGrpSpPr/>
              <p:nvPr/>
            </p:nvGrpSpPr>
            <p:grpSpPr>
              <a:xfrm>
                <a:off x="4928973" y="4189418"/>
                <a:ext cx="507596" cy="203047"/>
                <a:chOff x="4928973" y="4189418"/>
                <a:chExt cx="507596" cy="203047"/>
              </a:xfrm>
            </p:grpSpPr>
            <p:sp>
              <p:nvSpPr>
                <p:cNvPr id="7577" name="Google Shape;7577;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9" name="Google Shape;7579;p58"/>
            <p:cNvGrpSpPr/>
            <p:nvPr/>
          </p:nvGrpSpPr>
          <p:grpSpPr>
            <a:xfrm>
              <a:off x="4482186" y="3641905"/>
              <a:ext cx="397605" cy="349784"/>
              <a:chOff x="2906375" y="1159725"/>
              <a:chExt cx="1860575" cy="1636800"/>
            </a:xfrm>
          </p:grpSpPr>
          <p:sp>
            <p:nvSpPr>
              <p:cNvPr id="7580" name="Google Shape;7580;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4" name="Google Shape;7584;p58"/>
          <p:cNvGrpSpPr/>
          <p:nvPr/>
        </p:nvGrpSpPr>
        <p:grpSpPr>
          <a:xfrm>
            <a:off x="6528949" y="1853801"/>
            <a:ext cx="940737" cy="721067"/>
            <a:chOff x="6599718" y="2068734"/>
            <a:chExt cx="940737" cy="721067"/>
          </a:xfrm>
        </p:grpSpPr>
        <p:sp>
          <p:nvSpPr>
            <p:cNvPr id="7585" name="Google Shape;7585;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1" name="Google Shape;7591;p58"/>
            <p:cNvGrpSpPr/>
            <p:nvPr/>
          </p:nvGrpSpPr>
          <p:grpSpPr>
            <a:xfrm>
              <a:off x="6836957" y="2068734"/>
              <a:ext cx="461892" cy="721067"/>
              <a:chOff x="6836957" y="2068734"/>
              <a:chExt cx="461892" cy="721067"/>
            </a:xfrm>
          </p:grpSpPr>
          <p:sp>
            <p:nvSpPr>
              <p:cNvPr id="7592" name="Google Shape;7592;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8" name="Google Shape;7598;p58"/>
              <p:cNvGrpSpPr/>
              <p:nvPr/>
            </p:nvGrpSpPr>
            <p:grpSpPr>
              <a:xfrm>
                <a:off x="6836957" y="2068734"/>
                <a:ext cx="461892" cy="721067"/>
                <a:chOff x="6836957" y="2068734"/>
                <a:chExt cx="461892" cy="721067"/>
              </a:xfrm>
            </p:grpSpPr>
            <p:sp>
              <p:nvSpPr>
                <p:cNvPr id="7599" name="Google Shape;7599;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06" name="Google Shape;7606;p58"/>
          <p:cNvGrpSpPr/>
          <p:nvPr/>
        </p:nvGrpSpPr>
        <p:grpSpPr>
          <a:xfrm>
            <a:off x="2412267" y="1858147"/>
            <a:ext cx="712577" cy="712374"/>
            <a:chOff x="2559249" y="2069323"/>
            <a:chExt cx="685566" cy="685634"/>
          </a:xfrm>
        </p:grpSpPr>
        <p:sp>
          <p:nvSpPr>
            <p:cNvPr id="7607" name="Google Shape;7607;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58"/>
          <p:cNvGrpSpPr/>
          <p:nvPr/>
        </p:nvGrpSpPr>
        <p:grpSpPr>
          <a:xfrm>
            <a:off x="7594705" y="970936"/>
            <a:ext cx="845645" cy="711911"/>
            <a:chOff x="951975" y="315800"/>
            <a:chExt cx="5860325" cy="4933550"/>
          </a:xfrm>
        </p:grpSpPr>
        <p:sp>
          <p:nvSpPr>
            <p:cNvPr id="7621" name="Google Shape;7621;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58"/>
          <p:cNvGrpSpPr/>
          <p:nvPr/>
        </p:nvGrpSpPr>
        <p:grpSpPr>
          <a:xfrm>
            <a:off x="3691834" y="2707045"/>
            <a:ext cx="1617932" cy="621724"/>
            <a:chOff x="3862800" y="3038525"/>
            <a:chExt cx="1329006" cy="510698"/>
          </a:xfrm>
        </p:grpSpPr>
        <p:sp>
          <p:nvSpPr>
            <p:cNvPr id="7630" name="Google Shape;7630;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2" name="Google Shape;7632;p58"/>
            <p:cNvGrpSpPr/>
            <p:nvPr/>
          </p:nvGrpSpPr>
          <p:grpSpPr>
            <a:xfrm>
              <a:off x="3967075" y="3040337"/>
              <a:ext cx="1019927" cy="402126"/>
              <a:chOff x="3967075" y="3040337"/>
              <a:chExt cx="1019927" cy="402126"/>
            </a:xfrm>
          </p:grpSpPr>
          <p:sp>
            <p:nvSpPr>
              <p:cNvPr id="7633" name="Google Shape;7633;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8"/>
            <p:cNvGrpSpPr/>
            <p:nvPr/>
          </p:nvGrpSpPr>
          <p:grpSpPr>
            <a:xfrm>
              <a:off x="4186700" y="3040337"/>
              <a:ext cx="390475" cy="183289"/>
              <a:chOff x="4186700" y="3040337"/>
              <a:chExt cx="390475" cy="183289"/>
            </a:xfrm>
          </p:grpSpPr>
          <p:sp>
            <p:nvSpPr>
              <p:cNvPr id="7636" name="Google Shape;7636;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58"/>
            <p:cNvGrpSpPr/>
            <p:nvPr/>
          </p:nvGrpSpPr>
          <p:grpSpPr>
            <a:xfrm>
              <a:off x="4073727" y="3040337"/>
              <a:ext cx="697794" cy="296263"/>
              <a:chOff x="4073727" y="3040337"/>
              <a:chExt cx="697794" cy="296263"/>
            </a:xfrm>
          </p:grpSpPr>
          <p:sp>
            <p:nvSpPr>
              <p:cNvPr id="7639" name="Google Shape;7639;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58"/>
            <p:cNvGrpSpPr/>
            <p:nvPr/>
          </p:nvGrpSpPr>
          <p:grpSpPr>
            <a:xfrm>
              <a:off x="3862800" y="3038525"/>
              <a:ext cx="1329006" cy="510698"/>
              <a:chOff x="3862800" y="3038525"/>
              <a:chExt cx="1329006" cy="510698"/>
            </a:xfrm>
          </p:grpSpPr>
          <p:sp>
            <p:nvSpPr>
              <p:cNvPr id="7642" name="Google Shape;7642;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4" name="Google Shape;7644;p58"/>
          <p:cNvGrpSpPr/>
          <p:nvPr/>
        </p:nvGrpSpPr>
        <p:grpSpPr>
          <a:xfrm>
            <a:off x="700156" y="970936"/>
            <a:ext cx="883205" cy="775176"/>
            <a:chOff x="649648" y="271400"/>
            <a:chExt cx="6215377" cy="5455143"/>
          </a:xfrm>
        </p:grpSpPr>
        <p:sp>
          <p:nvSpPr>
            <p:cNvPr id="7645" name="Google Shape;7645;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58"/>
          <p:cNvGrpSpPr/>
          <p:nvPr/>
        </p:nvGrpSpPr>
        <p:grpSpPr>
          <a:xfrm>
            <a:off x="2308457" y="970936"/>
            <a:ext cx="767704" cy="815489"/>
            <a:chOff x="2499700" y="1135950"/>
            <a:chExt cx="732402" cy="777990"/>
          </a:xfrm>
        </p:grpSpPr>
        <p:grpSp>
          <p:nvGrpSpPr>
            <p:cNvPr id="7658" name="Google Shape;7658;p58"/>
            <p:cNvGrpSpPr/>
            <p:nvPr/>
          </p:nvGrpSpPr>
          <p:grpSpPr>
            <a:xfrm>
              <a:off x="2499700" y="1135950"/>
              <a:ext cx="732402" cy="694705"/>
              <a:chOff x="2499700" y="1135950"/>
              <a:chExt cx="732402" cy="694705"/>
            </a:xfrm>
          </p:grpSpPr>
          <p:sp>
            <p:nvSpPr>
              <p:cNvPr id="7659" name="Google Shape;7659;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8"/>
            <p:cNvGrpSpPr/>
            <p:nvPr/>
          </p:nvGrpSpPr>
          <p:grpSpPr>
            <a:xfrm>
              <a:off x="2517909" y="1188726"/>
              <a:ext cx="702702" cy="725214"/>
              <a:chOff x="2517909" y="1188726"/>
              <a:chExt cx="702702" cy="725214"/>
            </a:xfrm>
          </p:grpSpPr>
          <p:sp>
            <p:nvSpPr>
              <p:cNvPr id="7687" name="Google Shape;7687;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2" name="Google Shape;7692;p58"/>
          <p:cNvGrpSpPr/>
          <p:nvPr/>
        </p:nvGrpSpPr>
        <p:grpSpPr>
          <a:xfrm>
            <a:off x="1654189" y="970936"/>
            <a:ext cx="583439" cy="870229"/>
            <a:chOff x="1716825" y="1121550"/>
            <a:chExt cx="622800" cy="928938"/>
          </a:xfrm>
        </p:grpSpPr>
        <p:grpSp>
          <p:nvGrpSpPr>
            <p:cNvPr id="7693" name="Google Shape;7693;p58"/>
            <p:cNvGrpSpPr/>
            <p:nvPr/>
          </p:nvGrpSpPr>
          <p:grpSpPr>
            <a:xfrm>
              <a:off x="1716825" y="1121550"/>
              <a:ext cx="622800" cy="928938"/>
              <a:chOff x="1716825" y="1121550"/>
              <a:chExt cx="622800" cy="928938"/>
            </a:xfrm>
          </p:grpSpPr>
          <p:cxnSp>
            <p:nvCxnSpPr>
              <p:cNvPr id="7694" name="Google Shape;7694;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695" name="Google Shape;7695;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58"/>
            <p:cNvGrpSpPr/>
            <p:nvPr/>
          </p:nvGrpSpPr>
          <p:grpSpPr>
            <a:xfrm>
              <a:off x="1768050" y="1172775"/>
              <a:ext cx="520200" cy="832000"/>
              <a:chOff x="1768050" y="1172775"/>
              <a:chExt cx="520200" cy="832000"/>
            </a:xfrm>
          </p:grpSpPr>
          <p:cxnSp>
            <p:nvCxnSpPr>
              <p:cNvPr id="7697" name="Google Shape;7697;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698" name="Google Shape;7698;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58"/>
            <p:cNvGrpSpPr/>
            <p:nvPr/>
          </p:nvGrpSpPr>
          <p:grpSpPr>
            <a:xfrm>
              <a:off x="1820100" y="1225475"/>
              <a:ext cx="416400" cy="729575"/>
              <a:chOff x="1820100" y="1225475"/>
              <a:chExt cx="416400" cy="729575"/>
            </a:xfrm>
          </p:grpSpPr>
          <p:cxnSp>
            <p:nvCxnSpPr>
              <p:cNvPr id="7700" name="Google Shape;7700;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701" name="Google Shape;7701;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58"/>
            <p:cNvGrpSpPr/>
            <p:nvPr/>
          </p:nvGrpSpPr>
          <p:grpSpPr>
            <a:xfrm>
              <a:off x="1874250" y="1278825"/>
              <a:ext cx="308100" cy="605275"/>
              <a:chOff x="1874250" y="1278825"/>
              <a:chExt cx="308100" cy="605275"/>
            </a:xfrm>
          </p:grpSpPr>
          <p:cxnSp>
            <p:nvCxnSpPr>
              <p:cNvPr id="7703" name="Google Shape;7703;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704" name="Google Shape;7704;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5" name="Google Shape;7705;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58"/>
          <p:cNvGrpSpPr/>
          <p:nvPr/>
        </p:nvGrpSpPr>
        <p:grpSpPr>
          <a:xfrm>
            <a:off x="1574012" y="1857258"/>
            <a:ext cx="739072" cy="714152"/>
            <a:chOff x="4334725" y="1355875"/>
            <a:chExt cx="3106650" cy="3001900"/>
          </a:xfrm>
        </p:grpSpPr>
        <p:grpSp>
          <p:nvGrpSpPr>
            <p:cNvPr id="7707" name="Google Shape;7707;p58"/>
            <p:cNvGrpSpPr/>
            <p:nvPr/>
          </p:nvGrpSpPr>
          <p:grpSpPr>
            <a:xfrm>
              <a:off x="4516050" y="1724875"/>
              <a:ext cx="2693725" cy="2632900"/>
              <a:chOff x="4516050" y="1724875"/>
              <a:chExt cx="2693725" cy="2632900"/>
            </a:xfrm>
          </p:grpSpPr>
          <p:sp>
            <p:nvSpPr>
              <p:cNvPr id="7708" name="Google Shape;7708;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58"/>
            <p:cNvGrpSpPr/>
            <p:nvPr/>
          </p:nvGrpSpPr>
          <p:grpSpPr>
            <a:xfrm>
              <a:off x="4334725" y="1355875"/>
              <a:ext cx="3106650" cy="2709650"/>
              <a:chOff x="4334725" y="1355875"/>
              <a:chExt cx="3106650" cy="2709650"/>
            </a:xfrm>
          </p:grpSpPr>
          <p:sp>
            <p:nvSpPr>
              <p:cNvPr id="7712" name="Google Shape;7712;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5" name="Google Shape;7715;p58"/>
          <p:cNvGrpSpPr/>
          <p:nvPr/>
        </p:nvGrpSpPr>
        <p:grpSpPr>
          <a:xfrm>
            <a:off x="7690961" y="3488029"/>
            <a:ext cx="312074" cy="684173"/>
            <a:chOff x="7645573" y="3754300"/>
            <a:chExt cx="293855" cy="644170"/>
          </a:xfrm>
        </p:grpSpPr>
        <p:sp>
          <p:nvSpPr>
            <p:cNvPr id="7716" name="Google Shape;7716;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58"/>
          <p:cNvGrpSpPr/>
          <p:nvPr/>
        </p:nvGrpSpPr>
        <p:grpSpPr>
          <a:xfrm>
            <a:off x="5612949" y="970936"/>
            <a:ext cx="709011" cy="739359"/>
            <a:chOff x="5830645" y="1256617"/>
            <a:chExt cx="530340" cy="553040"/>
          </a:xfrm>
        </p:grpSpPr>
        <p:grpSp>
          <p:nvGrpSpPr>
            <p:cNvPr id="7719" name="Google Shape;7719;p58"/>
            <p:cNvGrpSpPr/>
            <p:nvPr/>
          </p:nvGrpSpPr>
          <p:grpSpPr>
            <a:xfrm>
              <a:off x="5830645" y="1256617"/>
              <a:ext cx="259743" cy="269909"/>
              <a:chOff x="5830645" y="1256617"/>
              <a:chExt cx="259743" cy="269909"/>
            </a:xfrm>
          </p:grpSpPr>
          <p:sp>
            <p:nvSpPr>
              <p:cNvPr id="7720" name="Google Shape;7720;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8"/>
            <p:cNvGrpSpPr/>
            <p:nvPr/>
          </p:nvGrpSpPr>
          <p:grpSpPr>
            <a:xfrm>
              <a:off x="6101293" y="1256617"/>
              <a:ext cx="259692" cy="269909"/>
              <a:chOff x="6101293" y="1256617"/>
              <a:chExt cx="259692" cy="269909"/>
            </a:xfrm>
          </p:grpSpPr>
          <p:sp>
            <p:nvSpPr>
              <p:cNvPr id="7723" name="Google Shape;7723;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58"/>
            <p:cNvGrpSpPr/>
            <p:nvPr/>
          </p:nvGrpSpPr>
          <p:grpSpPr>
            <a:xfrm>
              <a:off x="5830645" y="1539749"/>
              <a:ext cx="259692" cy="269909"/>
              <a:chOff x="5830645" y="1539749"/>
              <a:chExt cx="259692" cy="269909"/>
            </a:xfrm>
          </p:grpSpPr>
          <p:sp>
            <p:nvSpPr>
              <p:cNvPr id="7726" name="Google Shape;7726;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58"/>
            <p:cNvGrpSpPr/>
            <p:nvPr/>
          </p:nvGrpSpPr>
          <p:grpSpPr>
            <a:xfrm>
              <a:off x="6101293" y="1539749"/>
              <a:ext cx="259692" cy="269909"/>
              <a:chOff x="6101293" y="1539749"/>
              <a:chExt cx="259692" cy="269909"/>
            </a:xfrm>
          </p:grpSpPr>
          <p:sp>
            <p:nvSpPr>
              <p:cNvPr id="7729" name="Google Shape;7729;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1" name="Google Shape;7731;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58"/>
          <p:cNvGrpSpPr/>
          <p:nvPr/>
        </p:nvGrpSpPr>
        <p:grpSpPr>
          <a:xfrm>
            <a:off x="714444" y="2707052"/>
            <a:ext cx="1452955" cy="621360"/>
            <a:chOff x="732422" y="2990152"/>
            <a:chExt cx="1337773" cy="572102"/>
          </a:xfrm>
        </p:grpSpPr>
        <p:sp>
          <p:nvSpPr>
            <p:cNvPr id="7733" name="Google Shape;7733;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2" name="Shape 7742"/>
        <p:cNvGrpSpPr/>
        <p:nvPr/>
      </p:nvGrpSpPr>
      <p:grpSpPr>
        <a:xfrm>
          <a:off x="0" y="0"/>
          <a:ext cx="0" cy="0"/>
          <a:chOff x="0" y="0"/>
          <a:chExt cx="0" cy="0"/>
        </a:xfrm>
      </p:grpSpPr>
      <p:grpSp>
        <p:nvGrpSpPr>
          <p:cNvPr id="7743" name="Google Shape;7743;p59"/>
          <p:cNvGrpSpPr/>
          <p:nvPr/>
        </p:nvGrpSpPr>
        <p:grpSpPr>
          <a:xfrm>
            <a:off x="708579" y="965872"/>
            <a:ext cx="1636117" cy="1526144"/>
            <a:chOff x="729238" y="1179665"/>
            <a:chExt cx="1636117" cy="1526144"/>
          </a:xfrm>
        </p:grpSpPr>
        <p:grpSp>
          <p:nvGrpSpPr>
            <p:cNvPr id="7744" name="Google Shape;7744;p59"/>
            <p:cNvGrpSpPr/>
            <p:nvPr/>
          </p:nvGrpSpPr>
          <p:grpSpPr>
            <a:xfrm>
              <a:off x="729238" y="1179665"/>
              <a:ext cx="80700" cy="1526144"/>
              <a:chOff x="729238" y="1179665"/>
              <a:chExt cx="80700" cy="1526144"/>
            </a:xfrm>
          </p:grpSpPr>
          <p:sp>
            <p:nvSpPr>
              <p:cNvPr id="7745" name="Google Shape;7745;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59"/>
            <p:cNvGrpSpPr/>
            <p:nvPr/>
          </p:nvGrpSpPr>
          <p:grpSpPr>
            <a:xfrm>
              <a:off x="903098" y="1179665"/>
              <a:ext cx="80700" cy="1526144"/>
              <a:chOff x="903098" y="1179665"/>
              <a:chExt cx="80700" cy="1526144"/>
            </a:xfrm>
          </p:grpSpPr>
          <p:sp>
            <p:nvSpPr>
              <p:cNvPr id="7756" name="Google Shape;7756;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59"/>
            <p:cNvGrpSpPr/>
            <p:nvPr/>
          </p:nvGrpSpPr>
          <p:grpSpPr>
            <a:xfrm>
              <a:off x="1076958" y="1179665"/>
              <a:ext cx="80700" cy="1526144"/>
              <a:chOff x="1076958" y="1179665"/>
              <a:chExt cx="80700" cy="1526144"/>
            </a:xfrm>
          </p:grpSpPr>
          <p:sp>
            <p:nvSpPr>
              <p:cNvPr id="7767" name="Google Shape;7767;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59"/>
            <p:cNvGrpSpPr/>
            <p:nvPr/>
          </p:nvGrpSpPr>
          <p:grpSpPr>
            <a:xfrm>
              <a:off x="1247707" y="1179665"/>
              <a:ext cx="80700" cy="1526144"/>
              <a:chOff x="1247707" y="1179665"/>
              <a:chExt cx="80700" cy="1526144"/>
            </a:xfrm>
          </p:grpSpPr>
          <p:sp>
            <p:nvSpPr>
              <p:cNvPr id="7778" name="Google Shape;7778;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59"/>
            <p:cNvGrpSpPr/>
            <p:nvPr/>
          </p:nvGrpSpPr>
          <p:grpSpPr>
            <a:xfrm>
              <a:off x="1421567" y="1179665"/>
              <a:ext cx="80700" cy="1526144"/>
              <a:chOff x="1421567" y="1179665"/>
              <a:chExt cx="80700" cy="1526144"/>
            </a:xfrm>
          </p:grpSpPr>
          <p:sp>
            <p:nvSpPr>
              <p:cNvPr id="7789" name="Google Shape;7789;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59"/>
            <p:cNvGrpSpPr/>
            <p:nvPr/>
          </p:nvGrpSpPr>
          <p:grpSpPr>
            <a:xfrm>
              <a:off x="1592327" y="1179665"/>
              <a:ext cx="80700" cy="1526144"/>
              <a:chOff x="1592327" y="1179665"/>
              <a:chExt cx="80700" cy="1526144"/>
            </a:xfrm>
          </p:grpSpPr>
          <p:sp>
            <p:nvSpPr>
              <p:cNvPr id="7800" name="Google Shape;7800;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59"/>
            <p:cNvGrpSpPr/>
            <p:nvPr/>
          </p:nvGrpSpPr>
          <p:grpSpPr>
            <a:xfrm>
              <a:off x="1766187" y="1179665"/>
              <a:ext cx="80700" cy="1526144"/>
              <a:chOff x="1766187" y="1179665"/>
              <a:chExt cx="80700" cy="1526144"/>
            </a:xfrm>
          </p:grpSpPr>
          <p:sp>
            <p:nvSpPr>
              <p:cNvPr id="7811" name="Google Shape;7811;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59"/>
            <p:cNvGrpSpPr/>
            <p:nvPr/>
          </p:nvGrpSpPr>
          <p:grpSpPr>
            <a:xfrm>
              <a:off x="1936935" y="1179665"/>
              <a:ext cx="80700" cy="1526144"/>
              <a:chOff x="1936935" y="1179665"/>
              <a:chExt cx="80700" cy="1526144"/>
            </a:xfrm>
          </p:grpSpPr>
          <p:sp>
            <p:nvSpPr>
              <p:cNvPr id="7822" name="Google Shape;7822;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59"/>
            <p:cNvGrpSpPr/>
            <p:nvPr/>
          </p:nvGrpSpPr>
          <p:grpSpPr>
            <a:xfrm>
              <a:off x="2110795" y="1179665"/>
              <a:ext cx="80700" cy="1526144"/>
              <a:chOff x="2110795" y="1179665"/>
              <a:chExt cx="80700" cy="1526144"/>
            </a:xfrm>
          </p:grpSpPr>
          <p:sp>
            <p:nvSpPr>
              <p:cNvPr id="7833" name="Google Shape;7833;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9"/>
            <p:cNvGrpSpPr/>
            <p:nvPr/>
          </p:nvGrpSpPr>
          <p:grpSpPr>
            <a:xfrm>
              <a:off x="2284655" y="1179665"/>
              <a:ext cx="80700" cy="1526144"/>
              <a:chOff x="2284655" y="1179665"/>
              <a:chExt cx="80700" cy="1526144"/>
            </a:xfrm>
          </p:grpSpPr>
          <p:sp>
            <p:nvSpPr>
              <p:cNvPr id="7844" name="Google Shape;7844;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4" name="Google Shape;7854;p59"/>
          <p:cNvGrpSpPr/>
          <p:nvPr/>
        </p:nvGrpSpPr>
        <p:grpSpPr>
          <a:xfrm>
            <a:off x="2603245" y="985011"/>
            <a:ext cx="1364248" cy="1102133"/>
            <a:chOff x="2623904" y="1198803"/>
            <a:chExt cx="1364248" cy="1102133"/>
          </a:xfrm>
        </p:grpSpPr>
        <p:grpSp>
          <p:nvGrpSpPr>
            <p:cNvPr id="7855" name="Google Shape;7855;p59"/>
            <p:cNvGrpSpPr/>
            <p:nvPr/>
          </p:nvGrpSpPr>
          <p:grpSpPr>
            <a:xfrm>
              <a:off x="2623907" y="1198803"/>
              <a:ext cx="1364245" cy="273000"/>
              <a:chOff x="2623907" y="1198803"/>
              <a:chExt cx="1364245" cy="273000"/>
            </a:xfrm>
          </p:grpSpPr>
          <p:sp>
            <p:nvSpPr>
              <p:cNvPr id="7856" name="Google Shape;7856;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9"/>
            <p:cNvGrpSpPr/>
            <p:nvPr/>
          </p:nvGrpSpPr>
          <p:grpSpPr>
            <a:xfrm>
              <a:off x="2623904" y="1476964"/>
              <a:ext cx="1364245" cy="273000"/>
              <a:chOff x="2623904" y="1476964"/>
              <a:chExt cx="1364245" cy="273000"/>
            </a:xfrm>
          </p:grpSpPr>
          <p:sp>
            <p:nvSpPr>
              <p:cNvPr id="7862" name="Google Shape;7862;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59"/>
            <p:cNvGrpSpPr/>
            <p:nvPr/>
          </p:nvGrpSpPr>
          <p:grpSpPr>
            <a:xfrm>
              <a:off x="2623907" y="1749775"/>
              <a:ext cx="1364245" cy="273000"/>
              <a:chOff x="2623907" y="1749775"/>
              <a:chExt cx="1364245" cy="273000"/>
            </a:xfrm>
          </p:grpSpPr>
          <p:sp>
            <p:nvSpPr>
              <p:cNvPr id="7868" name="Google Shape;7868;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59"/>
            <p:cNvGrpSpPr/>
            <p:nvPr/>
          </p:nvGrpSpPr>
          <p:grpSpPr>
            <a:xfrm>
              <a:off x="2623904" y="2027936"/>
              <a:ext cx="1364245" cy="273000"/>
              <a:chOff x="2623904" y="2027936"/>
              <a:chExt cx="1364245" cy="273000"/>
            </a:xfrm>
          </p:grpSpPr>
          <p:sp>
            <p:nvSpPr>
              <p:cNvPr id="7874" name="Google Shape;7874;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9" name="Google Shape;7879;p59"/>
          <p:cNvGrpSpPr/>
          <p:nvPr/>
        </p:nvGrpSpPr>
        <p:grpSpPr>
          <a:xfrm>
            <a:off x="2592706" y="2444193"/>
            <a:ext cx="1387541" cy="159124"/>
            <a:chOff x="3200660" y="2180272"/>
            <a:chExt cx="2563824" cy="378237"/>
          </a:xfrm>
        </p:grpSpPr>
        <p:sp>
          <p:nvSpPr>
            <p:cNvPr id="7880" name="Google Shape;7880;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59"/>
          <p:cNvGrpSpPr/>
          <p:nvPr/>
        </p:nvGrpSpPr>
        <p:grpSpPr>
          <a:xfrm>
            <a:off x="2589231" y="2722018"/>
            <a:ext cx="1390502" cy="159625"/>
            <a:chOff x="3530150" y="2790075"/>
            <a:chExt cx="1962600" cy="225300"/>
          </a:xfrm>
        </p:grpSpPr>
        <p:sp>
          <p:nvSpPr>
            <p:cNvPr id="7899" name="Google Shape;7899;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59"/>
          <p:cNvGrpSpPr/>
          <p:nvPr/>
        </p:nvGrpSpPr>
        <p:grpSpPr>
          <a:xfrm>
            <a:off x="2589884" y="3000344"/>
            <a:ext cx="1411629" cy="153761"/>
            <a:chOff x="3558802" y="4011427"/>
            <a:chExt cx="1866000" cy="111300"/>
          </a:xfrm>
        </p:grpSpPr>
        <p:sp>
          <p:nvSpPr>
            <p:cNvPr id="7902" name="Google Shape;7902;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59"/>
          <p:cNvGrpSpPr/>
          <p:nvPr/>
        </p:nvGrpSpPr>
        <p:grpSpPr>
          <a:xfrm>
            <a:off x="2589576" y="2205744"/>
            <a:ext cx="1383503" cy="119749"/>
            <a:chOff x="3465975" y="2270276"/>
            <a:chExt cx="1986364" cy="171929"/>
          </a:xfrm>
        </p:grpSpPr>
        <p:sp>
          <p:nvSpPr>
            <p:cNvPr id="7905" name="Google Shape;7905;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9"/>
          <p:cNvGrpSpPr/>
          <p:nvPr/>
        </p:nvGrpSpPr>
        <p:grpSpPr>
          <a:xfrm>
            <a:off x="2600584" y="3569394"/>
            <a:ext cx="1369531" cy="195460"/>
            <a:chOff x="723300" y="4253549"/>
            <a:chExt cx="2276482" cy="324900"/>
          </a:xfrm>
        </p:grpSpPr>
        <p:sp>
          <p:nvSpPr>
            <p:cNvPr id="7914" name="Google Shape;7914;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59"/>
          <p:cNvGrpSpPr/>
          <p:nvPr/>
        </p:nvGrpSpPr>
        <p:grpSpPr>
          <a:xfrm>
            <a:off x="2590145" y="3270574"/>
            <a:ext cx="1389066" cy="180119"/>
            <a:chOff x="705948" y="3788465"/>
            <a:chExt cx="2308953" cy="299400"/>
          </a:xfrm>
        </p:grpSpPr>
        <p:sp>
          <p:nvSpPr>
            <p:cNvPr id="7920" name="Google Shape;7920;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59"/>
          <p:cNvGrpSpPr/>
          <p:nvPr/>
        </p:nvGrpSpPr>
        <p:grpSpPr>
          <a:xfrm>
            <a:off x="2638082" y="3883554"/>
            <a:ext cx="1304609" cy="294074"/>
            <a:chOff x="2658741" y="4097347"/>
            <a:chExt cx="1304609" cy="294074"/>
          </a:xfrm>
        </p:grpSpPr>
        <p:grpSp>
          <p:nvGrpSpPr>
            <p:cNvPr id="7926" name="Google Shape;7926;p59"/>
            <p:cNvGrpSpPr/>
            <p:nvPr/>
          </p:nvGrpSpPr>
          <p:grpSpPr>
            <a:xfrm>
              <a:off x="2658741" y="4097347"/>
              <a:ext cx="118572" cy="294074"/>
              <a:chOff x="3343310" y="4475555"/>
              <a:chExt cx="127717" cy="316753"/>
            </a:xfrm>
          </p:grpSpPr>
          <p:sp>
            <p:nvSpPr>
              <p:cNvPr id="7927" name="Google Shape;7927;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59"/>
            <p:cNvGrpSpPr/>
            <p:nvPr/>
          </p:nvGrpSpPr>
          <p:grpSpPr>
            <a:xfrm>
              <a:off x="3815519" y="4098388"/>
              <a:ext cx="147831" cy="291991"/>
              <a:chOff x="3527539" y="4476677"/>
              <a:chExt cx="159232" cy="314510"/>
            </a:xfrm>
          </p:grpSpPr>
          <p:sp>
            <p:nvSpPr>
              <p:cNvPr id="7930" name="Google Shape;7930;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59"/>
            <p:cNvGrpSpPr/>
            <p:nvPr/>
          </p:nvGrpSpPr>
          <p:grpSpPr>
            <a:xfrm>
              <a:off x="3511696" y="4098388"/>
              <a:ext cx="147831" cy="291991"/>
              <a:chOff x="3527539" y="4476677"/>
              <a:chExt cx="159232" cy="314510"/>
            </a:xfrm>
          </p:grpSpPr>
          <p:sp>
            <p:nvSpPr>
              <p:cNvPr id="7933" name="Google Shape;7933;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59"/>
            <p:cNvGrpSpPr/>
            <p:nvPr/>
          </p:nvGrpSpPr>
          <p:grpSpPr>
            <a:xfrm>
              <a:off x="3207874" y="4098388"/>
              <a:ext cx="147831" cy="291991"/>
              <a:chOff x="3527539" y="4476677"/>
              <a:chExt cx="159232" cy="314510"/>
            </a:xfrm>
          </p:grpSpPr>
          <p:sp>
            <p:nvSpPr>
              <p:cNvPr id="7936" name="Google Shape;7936;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9"/>
            <p:cNvGrpSpPr/>
            <p:nvPr/>
          </p:nvGrpSpPr>
          <p:grpSpPr>
            <a:xfrm>
              <a:off x="2933305" y="4097347"/>
              <a:ext cx="118572" cy="294074"/>
              <a:chOff x="3343310" y="4475555"/>
              <a:chExt cx="127717" cy="316753"/>
            </a:xfrm>
          </p:grpSpPr>
          <p:sp>
            <p:nvSpPr>
              <p:cNvPr id="7939" name="Google Shape;7939;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59"/>
          <p:cNvGrpSpPr/>
          <p:nvPr/>
        </p:nvGrpSpPr>
        <p:grpSpPr>
          <a:xfrm>
            <a:off x="4256912" y="1866676"/>
            <a:ext cx="1433821" cy="191501"/>
            <a:chOff x="4273350" y="2080469"/>
            <a:chExt cx="1433821" cy="191501"/>
          </a:xfrm>
        </p:grpSpPr>
        <p:grpSp>
          <p:nvGrpSpPr>
            <p:cNvPr id="7942" name="Google Shape;7942;p59"/>
            <p:cNvGrpSpPr/>
            <p:nvPr/>
          </p:nvGrpSpPr>
          <p:grpSpPr>
            <a:xfrm>
              <a:off x="4273350" y="2080469"/>
              <a:ext cx="1433821" cy="0"/>
              <a:chOff x="5224975" y="2962250"/>
              <a:chExt cx="1544400" cy="0"/>
            </a:xfrm>
          </p:grpSpPr>
          <p:cxnSp>
            <p:nvCxnSpPr>
              <p:cNvPr id="7943" name="Google Shape;7943;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7944" name="Google Shape;7944;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7945" name="Google Shape;7945;p59"/>
            <p:cNvGrpSpPr/>
            <p:nvPr/>
          </p:nvGrpSpPr>
          <p:grpSpPr>
            <a:xfrm>
              <a:off x="4273350" y="2271969"/>
              <a:ext cx="1433821" cy="0"/>
              <a:chOff x="5224975" y="2962250"/>
              <a:chExt cx="1544400" cy="0"/>
            </a:xfrm>
          </p:grpSpPr>
          <p:cxnSp>
            <p:nvCxnSpPr>
              <p:cNvPr id="7946" name="Google Shape;7946;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7947" name="Google Shape;7947;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7948" name="Google Shape;7948;p59"/>
          <p:cNvGrpSpPr/>
          <p:nvPr/>
        </p:nvGrpSpPr>
        <p:grpSpPr>
          <a:xfrm>
            <a:off x="4258467" y="969244"/>
            <a:ext cx="1430711" cy="743389"/>
            <a:chOff x="5159450" y="1919950"/>
            <a:chExt cx="1541050" cy="862500"/>
          </a:xfrm>
        </p:grpSpPr>
        <p:sp>
          <p:nvSpPr>
            <p:cNvPr id="7949" name="Google Shape;7949;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950" name="Google Shape;7950;p59"/>
            <p:cNvGrpSpPr/>
            <p:nvPr/>
          </p:nvGrpSpPr>
          <p:grpSpPr>
            <a:xfrm>
              <a:off x="5159450" y="1919950"/>
              <a:ext cx="1541050" cy="862500"/>
              <a:chOff x="5159450" y="1919950"/>
              <a:chExt cx="1541050" cy="862500"/>
            </a:xfrm>
          </p:grpSpPr>
          <p:cxnSp>
            <p:nvCxnSpPr>
              <p:cNvPr id="7951" name="Google Shape;7951;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952" name="Google Shape;7952;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953" name="Google Shape;7953;p59"/>
          <p:cNvGrpSpPr/>
          <p:nvPr/>
        </p:nvGrpSpPr>
        <p:grpSpPr>
          <a:xfrm>
            <a:off x="4248581" y="2192571"/>
            <a:ext cx="1450484" cy="1052087"/>
            <a:chOff x="5230575" y="1554475"/>
            <a:chExt cx="2137150" cy="1550150"/>
          </a:xfrm>
        </p:grpSpPr>
        <p:sp>
          <p:nvSpPr>
            <p:cNvPr id="7954" name="Google Shape;7954;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59"/>
          <p:cNvGrpSpPr/>
          <p:nvPr/>
        </p:nvGrpSpPr>
        <p:grpSpPr>
          <a:xfrm rot="10800000">
            <a:off x="4265131" y="3284761"/>
            <a:ext cx="1417383" cy="887946"/>
            <a:chOff x="5645403" y="2920021"/>
            <a:chExt cx="2650800" cy="2180614"/>
          </a:xfrm>
        </p:grpSpPr>
        <p:sp>
          <p:nvSpPr>
            <p:cNvPr id="7968" name="Google Shape;7968;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9" name="Google Shape;7969;p59"/>
            <p:cNvCxnSpPr>
              <a:stCxn id="796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7970" name="Google Shape;7970;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1" name="Google Shape;7971;p59"/>
            <p:cNvCxnSpPr>
              <a:endCxn id="7970"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7972" name="Google Shape;7972;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3" name="Google Shape;7973;p59"/>
            <p:cNvCxnSpPr>
              <a:stCxn id="7972"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7974" name="Google Shape;7974;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5" name="Google Shape;7975;p59"/>
            <p:cNvCxnSpPr>
              <a:endCxn id="797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7976" name="Google Shape;7976;p59"/>
          <p:cNvGrpSpPr/>
          <p:nvPr/>
        </p:nvGrpSpPr>
        <p:grpSpPr>
          <a:xfrm>
            <a:off x="7365491" y="2188116"/>
            <a:ext cx="1071743" cy="1021579"/>
            <a:chOff x="7189833" y="2022667"/>
            <a:chExt cx="1251159" cy="1192597"/>
          </a:xfrm>
        </p:grpSpPr>
        <p:sp>
          <p:nvSpPr>
            <p:cNvPr id="7977" name="Google Shape;7977;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59"/>
          <p:cNvGrpSpPr/>
          <p:nvPr/>
        </p:nvGrpSpPr>
        <p:grpSpPr>
          <a:xfrm>
            <a:off x="706762" y="2614523"/>
            <a:ext cx="1695374" cy="1560837"/>
            <a:chOff x="727421" y="2828315"/>
            <a:chExt cx="1695374" cy="1560837"/>
          </a:xfrm>
        </p:grpSpPr>
        <p:grpSp>
          <p:nvGrpSpPr>
            <p:cNvPr id="7982" name="Google Shape;7982;p59"/>
            <p:cNvGrpSpPr/>
            <p:nvPr/>
          </p:nvGrpSpPr>
          <p:grpSpPr>
            <a:xfrm>
              <a:off x="819108" y="2882501"/>
              <a:ext cx="103104" cy="1426186"/>
              <a:chOff x="4674013" y="3100904"/>
              <a:chExt cx="122758" cy="1698043"/>
            </a:xfrm>
          </p:grpSpPr>
          <p:sp>
            <p:nvSpPr>
              <p:cNvPr id="7983" name="Google Shape;7983;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59"/>
            <p:cNvGrpSpPr/>
            <p:nvPr/>
          </p:nvGrpSpPr>
          <p:grpSpPr>
            <a:xfrm>
              <a:off x="1062475" y="2882501"/>
              <a:ext cx="103104" cy="1426186"/>
              <a:chOff x="4940438" y="3100904"/>
              <a:chExt cx="122758" cy="1698043"/>
            </a:xfrm>
          </p:grpSpPr>
          <p:sp>
            <p:nvSpPr>
              <p:cNvPr id="7991" name="Google Shape;7991;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59"/>
            <p:cNvGrpSpPr/>
            <p:nvPr/>
          </p:nvGrpSpPr>
          <p:grpSpPr>
            <a:xfrm>
              <a:off x="1299324" y="2882501"/>
              <a:ext cx="103104" cy="1426186"/>
              <a:chOff x="5206863" y="3100904"/>
              <a:chExt cx="122758" cy="1698043"/>
            </a:xfrm>
          </p:grpSpPr>
          <p:sp>
            <p:nvSpPr>
              <p:cNvPr id="7999" name="Google Shape;7999;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9"/>
            <p:cNvGrpSpPr/>
            <p:nvPr/>
          </p:nvGrpSpPr>
          <p:grpSpPr>
            <a:xfrm>
              <a:off x="1786057" y="2882501"/>
              <a:ext cx="103104" cy="1426186"/>
              <a:chOff x="6006138" y="3143629"/>
              <a:chExt cx="122758" cy="1698043"/>
            </a:xfrm>
          </p:grpSpPr>
          <p:sp>
            <p:nvSpPr>
              <p:cNvPr id="8007" name="Google Shape;8007;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59"/>
            <p:cNvGrpSpPr/>
            <p:nvPr/>
          </p:nvGrpSpPr>
          <p:grpSpPr>
            <a:xfrm>
              <a:off x="2029422" y="2882501"/>
              <a:ext cx="103104" cy="1426186"/>
              <a:chOff x="6805413" y="3100904"/>
              <a:chExt cx="122758" cy="1698043"/>
            </a:xfrm>
          </p:grpSpPr>
          <p:sp>
            <p:nvSpPr>
              <p:cNvPr id="8015" name="Google Shape;8015;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9"/>
            <p:cNvGrpSpPr/>
            <p:nvPr/>
          </p:nvGrpSpPr>
          <p:grpSpPr>
            <a:xfrm>
              <a:off x="727421" y="2828315"/>
              <a:ext cx="1695374" cy="1560837"/>
              <a:chOff x="734799" y="2782450"/>
              <a:chExt cx="1571100" cy="1577400"/>
            </a:xfrm>
          </p:grpSpPr>
          <p:cxnSp>
            <p:nvCxnSpPr>
              <p:cNvPr id="8023" name="Google Shape;8023;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024" name="Google Shape;8024;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025" name="Google Shape;8025;p59"/>
            <p:cNvGrpSpPr/>
            <p:nvPr/>
          </p:nvGrpSpPr>
          <p:grpSpPr>
            <a:xfrm>
              <a:off x="2272795" y="2882501"/>
              <a:ext cx="103104" cy="1426186"/>
              <a:chOff x="5206863" y="3100904"/>
              <a:chExt cx="122758" cy="1698043"/>
            </a:xfrm>
          </p:grpSpPr>
          <p:sp>
            <p:nvSpPr>
              <p:cNvPr id="8026" name="Google Shape;8026;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59"/>
            <p:cNvGrpSpPr/>
            <p:nvPr/>
          </p:nvGrpSpPr>
          <p:grpSpPr>
            <a:xfrm>
              <a:off x="1542694" y="2882501"/>
              <a:ext cx="103104" cy="1426186"/>
              <a:chOff x="6006138" y="3143629"/>
              <a:chExt cx="122758" cy="1698043"/>
            </a:xfrm>
          </p:grpSpPr>
          <p:sp>
            <p:nvSpPr>
              <p:cNvPr id="8034" name="Google Shape;8034;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1" name="Google Shape;8041;p59"/>
          <p:cNvGrpSpPr/>
          <p:nvPr/>
        </p:nvGrpSpPr>
        <p:grpSpPr>
          <a:xfrm>
            <a:off x="5915341" y="2192094"/>
            <a:ext cx="1248543" cy="1025319"/>
            <a:chOff x="5183758" y="1210600"/>
            <a:chExt cx="3605380" cy="2960783"/>
          </a:xfrm>
        </p:grpSpPr>
        <p:sp>
          <p:nvSpPr>
            <p:cNvPr id="8042" name="Google Shape;8042;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46" name="Google Shape;8046;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047" name="Google Shape;8047;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048" name="Google Shape;8048;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049" name="Google Shape;8049;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050" name="Google Shape;8050;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9"/>
          <p:cNvGrpSpPr/>
          <p:nvPr/>
        </p:nvGrpSpPr>
        <p:grpSpPr>
          <a:xfrm>
            <a:off x="5772403" y="3330411"/>
            <a:ext cx="2664831" cy="843440"/>
            <a:chOff x="5916567" y="1099697"/>
            <a:chExt cx="2556683" cy="809211"/>
          </a:xfrm>
        </p:grpSpPr>
        <p:sp>
          <p:nvSpPr>
            <p:cNvPr id="8052" name="Google Shape;8052;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9"/>
          <p:cNvGrpSpPr/>
          <p:nvPr/>
        </p:nvGrpSpPr>
        <p:grpSpPr>
          <a:xfrm>
            <a:off x="5879943" y="979270"/>
            <a:ext cx="1299851" cy="1023338"/>
            <a:chOff x="5900602" y="1193063"/>
            <a:chExt cx="1299851" cy="1023338"/>
          </a:xfrm>
        </p:grpSpPr>
        <p:grpSp>
          <p:nvGrpSpPr>
            <p:cNvPr id="8061" name="Google Shape;8061;p59"/>
            <p:cNvGrpSpPr/>
            <p:nvPr/>
          </p:nvGrpSpPr>
          <p:grpSpPr>
            <a:xfrm>
              <a:off x="6743564" y="1193063"/>
              <a:ext cx="456889" cy="700379"/>
              <a:chOff x="6743564" y="1193063"/>
              <a:chExt cx="456889" cy="700379"/>
            </a:xfrm>
          </p:grpSpPr>
          <p:grpSp>
            <p:nvGrpSpPr>
              <p:cNvPr id="8062" name="Google Shape;8062;p59"/>
              <p:cNvGrpSpPr/>
              <p:nvPr/>
            </p:nvGrpSpPr>
            <p:grpSpPr>
              <a:xfrm>
                <a:off x="6743564" y="1690731"/>
                <a:ext cx="214402" cy="202710"/>
                <a:chOff x="6743564" y="1690731"/>
                <a:chExt cx="214402" cy="202710"/>
              </a:xfrm>
            </p:grpSpPr>
            <p:sp>
              <p:nvSpPr>
                <p:cNvPr id="8063" name="Google Shape;8063;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59"/>
              <p:cNvGrpSpPr/>
              <p:nvPr/>
            </p:nvGrpSpPr>
            <p:grpSpPr>
              <a:xfrm>
                <a:off x="6915505" y="1193063"/>
                <a:ext cx="284947" cy="589637"/>
                <a:chOff x="6915505" y="1193063"/>
                <a:chExt cx="284947" cy="589637"/>
              </a:xfrm>
            </p:grpSpPr>
            <p:sp>
              <p:nvSpPr>
                <p:cNvPr id="8066" name="Google Shape;8066;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67" name="Google Shape;8067;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068" name="Google Shape;8068;p59"/>
            <p:cNvGrpSpPr/>
            <p:nvPr/>
          </p:nvGrpSpPr>
          <p:grpSpPr>
            <a:xfrm>
              <a:off x="6520337" y="1193063"/>
              <a:ext cx="341815" cy="801589"/>
              <a:chOff x="6520337" y="1193063"/>
              <a:chExt cx="341815" cy="801589"/>
            </a:xfrm>
          </p:grpSpPr>
          <p:grpSp>
            <p:nvGrpSpPr>
              <p:cNvPr id="8069" name="Google Shape;8069;p59"/>
              <p:cNvGrpSpPr/>
              <p:nvPr/>
            </p:nvGrpSpPr>
            <p:grpSpPr>
              <a:xfrm>
                <a:off x="6520337" y="1589527"/>
                <a:ext cx="213950" cy="405125"/>
                <a:chOff x="6520337" y="1589527"/>
                <a:chExt cx="213950" cy="405125"/>
              </a:xfrm>
            </p:grpSpPr>
            <p:sp>
              <p:nvSpPr>
                <p:cNvPr id="8070" name="Google Shape;8070;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59"/>
              <p:cNvGrpSpPr/>
              <p:nvPr/>
            </p:nvGrpSpPr>
            <p:grpSpPr>
              <a:xfrm>
                <a:off x="6577204" y="1193063"/>
                <a:ext cx="284947" cy="453562"/>
                <a:chOff x="6577204" y="1193063"/>
                <a:chExt cx="284947" cy="453562"/>
              </a:xfrm>
            </p:grpSpPr>
            <p:sp>
              <p:nvSpPr>
                <p:cNvPr id="8073" name="Google Shape;8073;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4" name="Google Shape;8074;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075" name="Google Shape;8075;p59"/>
            <p:cNvGrpSpPr/>
            <p:nvPr/>
          </p:nvGrpSpPr>
          <p:grpSpPr>
            <a:xfrm>
              <a:off x="6238903" y="1193063"/>
              <a:ext cx="300475" cy="901782"/>
              <a:chOff x="6238903" y="1193063"/>
              <a:chExt cx="300475" cy="901782"/>
            </a:xfrm>
          </p:grpSpPr>
          <p:grpSp>
            <p:nvGrpSpPr>
              <p:cNvPr id="8076" name="Google Shape;8076;p59"/>
              <p:cNvGrpSpPr/>
              <p:nvPr/>
            </p:nvGrpSpPr>
            <p:grpSpPr>
              <a:xfrm>
                <a:off x="6290865" y="1489315"/>
                <a:ext cx="248514" cy="605530"/>
                <a:chOff x="6290865" y="1489315"/>
                <a:chExt cx="248514" cy="605530"/>
              </a:xfrm>
            </p:grpSpPr>
            <p:sp>
              <p:nvSpPr>
                <p:cNvPr id="8077" name="Google Shape;8077;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59"/>
              <p:cNvGrpSpPr/>
              <p:nvPr/>
            </p:nvGrpSpPr>
            <p:grpSpPr>
              <a:xfrm>
                <a:off x="6238903" y="1193063"/>
                <a:ext cx="284947" cy="327512"/>
                <a:chOff x="6238903" y="1193063"/>
                <a:chExt cx="284947" cy="327512"/>
              </a:xfrm>
            </p:grpSpPr>
            <p:sp>
              <p:nvSpPr>
                <p:cNvPr id="8080" name="Google Shape;8080;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1" name="Google Shape;8081;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082" name="Google Shape;8082;p59"/>
            <p:cNvGrpSpPr/>
            <p:nvPr/>
          </p:nvGrpSpPr>
          <p:grpSpPr>
            <a:xfrm>
              <a:off x="5900602" y="1193063"/>
              <a:ext cx="444345" cy="1023338"/>
              <a:chOff x="5900602" y="1193063"/>
              <a:chExt cx="444345" cy="1023338"/>
            </a:xfrm>
          </p:grpSpPr>
          <p:grpSp>
            <p:nvGrpSpPr>
              <p:cNvPr id="8083" name="Google Shape;8083;p59"/>
              <p:cNvGrpSpPr/>
              <p:nvPr/>
            </p:nvGrpSpPr>
            <p:grpSpPr>
              <a:xfrm>
                <a:off x="6046501" y="1367785"/>
                <a:ext cx="298446" cy="848616"/>
                <a:chOff x="6046501" y="1367785"/>
                <a:chExt cx="298446" cy="848616"/>
              </a:xfrm>
            </p:grpSpPr>
            <p:sp>
              <p:nvSpPr>
                <p:cNvPr id="8084" name="Google Shape;8084;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59"/>
              <p:cNvGrpSpPr/>
              <p:nvPr/>
            </p:nvGrpSpPr>
            <p:grpSpPr>
              <a:xfrm>
                <a:off x="5900602" y="1193063"/>
                <a:ext cx="284947" cy="182312"/>
                <a:chOff x="5900602" y="1193063"/>
                <a:chExt cx="284947" cy="182312"/>
              </a:xfrm>
            </p:grpSpPr>
            <p:sp>
              <p:nvSpPr>
                <p:cNvPr id="8087" name="Google Shape;8087;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8" name="Google Shape;8088;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089" name="Google Shape;8089;p59"/>
          <p:cNvGrpSpPr/>
          <p:nvPr/>
        </p:nvGrpSpPr>
        <p:grpSpPr>
          <a:xfrm>
            <a:off x="7217825" y="979415"/>
            <a:ext cx="1219413" cy="1051365"/>
            <a:chOff x="7287122" y="1165658"/>
            <a:chExt cx="1219413" cy="1051365"/>
          </a:xfrm>
        </p:grpSpPr>
        <p:grpSp>
          <p:nvGrpSpPr>
            <p:cNvPr id="8090" name="Google Shape;8090;p59"/>
            <p:cNvGrpSpPr/>
            <p:nvPr/>
          </p:nvGrpSpPr>
          <p:grpSpPr>
            <a:xfrm>
              <a:off x="7287122" y="1969723"/>
              <a:ext cx="1219413" cy="247300"/>
              <a:chOff x="7287122" y="1969723"/>
              <a:chExt cx="1219413" cy="247300"/>
            </a:xfrm>
          </p:grpSpPr>
          <p:sp>
            <p:nvSpPr>
              <p:cNvPr id="8091" name="Google Shape;8091;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59"/>
              <p:cNvGrpSpPr/>
              <p:nvPr/>
            </p:nvGrpSpPr>
            <p:grpSpPr>
              <a:xfrm>
                <a:off x="7287122" y="2063892"/>
                <a:ext cx="1151753" cy="73428"/>
                <a:chOff x="7287122" y="2063892"/>
                <a:chExt cx="1151753" cy="73428"/>
              </a:xfrm>
            </p:grpSpPr>
            <p:sp>
              <p:nvSpPr>
                <p:cNvPr id="8093" name="Google Shape;8093;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4" name="Google Shape;8094;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095" name="Google Shape;8095;p59"/>
            <p:cNvGrpSpPr/>
            <p:nvPr/>
          </p:nvGrpSpPr>
          <p:grpSpPr>
            <a:xfrm>
              <a:off x="7287122" y="1712201"/>
              <a:ext cx="1219403" cy="246767"/>
              <a:chOff x="7287122" y="1712201"/>
              <a:chExt cx="1219403" cy="246767"/>
            </a:xfrm>
          </p:grpSpPr>
          <p:sp>
            <p:nvSpPr>
              <p:cNvPr id="8096" name="Google Shape;8096;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7" name="Google Shape;8097;p59"/>
              <p:cNvGrpSpPr/>
              <p:nvPr/>
            </p:nvGrpSpPr>
            <p:grpSpPr>
              <a:xfrm>
                <a:off x="7287122" y="1842861"/>
                <a:ext cx="1005303" cy="73419"/>
                <a:chOff x="7287122" y="1842861"/>
                <a:chExt cx="1005303" cy="73419"/>
              </a:xfrm>
            </p:grpSpPr>
            <p:sp>
              <p:nvSpPr>
                <p:cNvPr id="8098" name="Google Shape;8098;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9" name="Google Shape;8099;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100" name="Google Shape;8100;p59"/>
            <p:cNvGrpSpPr/>
            <p:nvPr/>
          </p:nvGrpSpPr>
          <p:grpSpPr>
            <a:xfrm>
              <a:off x="7287122" y="1447520"/>
              <a:ext cx="1219403" cy="286667"/>
              <a:chOff x="7287122" y="1447520"/>
              <a:chExt cx="1219403" cy="286667"/>
            </a:xfrm>
          </p:grpSpPr>
          <p:sp>
            <p:nvSpPr>
              <p:cNvPr id="8101" name="Google Shape;8101;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2" name="Google Shape;8102;p59"/>
              <p:cNvGrpSpPr/>
              <p:nvPr/>
            </p:nvGrpSpPr>
            <p:grpSpPr>
              <a:xfrm>
                <a:off x="7287122" y="1581977"/>
                <a:ext cx="852803" cy="73428"/>
                <a:chOff x="7287122" y="1581977"/>
                <a:chExt cx="852803" cy="73428"/>
              </a:xfrm>
            </p:grpSpPr>
            <p:sp>
              <p:nvSpPr>
                <p:cNvPr id="8103" name="Google Shape;8103;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4" name="Google Shape;8104;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105" name="Google Shape;8105;p59"/>
            <p:cNvGrpSpPr/>
            <p:nvPr/>
          </p:nvGrpSpPr>
          <p:grpSpPr>
            <a:xfrm>
              <a:off x="7287122" y="1165658"/>
              <a:ext cx="1219403" cy="344253"/>
              <a:chOff x="7287122" y="1165658"/>
              <a:chExt cx="1219403" cy="344253"/>
            </a:xfrm>
          </p:grpSpPr>
          <p:sp>
            <p:nvSpPr>
              <p:cNvPr id="8106" name="Google Shape;8106;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7" name="Google Shape;8107;p59"/>
              <p:cNvGrpSpPr/>
              <p:nvPr/>
            </p:nvGrpSpPr>
            <p:grpSpPr>
              <a:xfrm>
                <a:off x="7287122" y="1341025"/>
                <a:ext cx="695703" cy="73419"/>
                <a:chOff x="7287122" y="1341025"/>
                <a:chExt cx="695703" cy="73419"/>
              </a:xfrm>
            </p:grpSpPr>
            <p:sp>
              <p:nvSpPr>
                <p:cNvPr id="8108" name="Google Shape;8108;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9" name="Google Shape;8109;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13" name="Shape 8113"/>
        <p:cNvGrpSpPr/>
        <p:nvPr/>
      </p:nvGrpSpPr>
      <p:grpSpPr>
        <a:xfrm>
          <a:off x="0" y="0"/>
          <a:ext cx="0" cy="0"/>
          <a:chOff x="0" y="0"/>
          <a:chExt cx="0" cy="0"/>
        </a:xfrm>
      </p:grpSpPr>
      <p:grpSp>
        <p:nvGrpSpPr>
          <p:cNvPr id="8114" name="Google Shape;8114;p60"/>
          <p:cNvGrpSpPr/>
          <p:nvPr/>
        </p:nvGrpSpPr>
        <p:grpSpPr>
          <a:xfrm>
            <a:off x="846551" y="2273217"/>
            <a:ext cx="415546" cy="355053"/>
            <a:chOff x="866243" y="2291587"/>
            <a:chExt cx="415546" cy="355053"/>
          </a:xfrm>
        </p:grpSpPr>
        <p:sp>
          <p:nvSpPr>
            <p:cNvPr id="8115" name="Google Shape;8115;p6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0" name="Google Shape;8120;p6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1" name="Google Shape;8121;p60"/>
          <p:cNvGrpSpPr/>
          <p:nvPr/>
        </p:nvGrpSpPr>
        <p:grpSpPr>
          <a:xfrm>
            <a:off x="1938828" y="2284205"/>
            <a:ext cx="359213" cy="327807"/>
            <a:chOff x="1958520" y="2302574"/>
            <a:chExt cx="359213" cy="327807"/>
          </a:xfrm>
        </p:grpSpPr>
        <p:sp>
          <p:nvSpPr>
            <p:cNvPr id="8122" name="Google Shape;8122;p6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60"/>
          <p:cNvGrpSpPr/>
          <p:nvPr/>
        </p:nvGrpSpPr>
        <p:grpSpPr>
          <a:xfrm>
            <a:off x="2560190" y="2269057"/>
            <a:ext cx="207582" cy="359594"/>
            <a:chOff x="2656082" y="2287427"/>
            <a:chExt cx="207582" cy="359594"/>
          </a:xfrm>
        </p:grpSpPr>
        <p:sp>
          <p:nvSpPr>
            <p:cNvPr id="8126" name="Google Shape;8126;p6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0"/>
          <p:cNvGrpSpPr/>
          <p:nvPr/>
        </p:nvGrpSpPr>
        <p:grpSpPr>
          <a:xfrm>
            <a:off x="3029961" y="2303099"/>
            <a:ext cx="362991" cy="290018"/>
            <a:chOff x="3049653" y="2321468"/>
            <a:chExt cx="362991" cy="290018"/>
          </a:xfrm>
        </p:grpSpPr>
        <p:sp>
          <p:nvSpPr>
            <p:cNvPr id="8131" name="Google Shape;8131;p6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60"/>
          <p:cNvGrpSpPr/>
          <p:nvPr/>
        </p:nvGrpSpPr>
        <p:grpSpPr>
          <a:xfrm>
            <a:off x="3544551" y="2271534"/>
            <a:ext cx="422342" cy="355243"/>
            <a:chOff x="3564243" y="2289904"/>
            <a:chExt cx="422342" cy="355243"/>
          </a:xfrm>
        </p:grpSpPr>
        <p:sp>
          <p:nvSpPr>
            <p:cNvPr id="8136" name="Google Shape;8136;p6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1" name="Google Shape;8141;p6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2" name="Google Shape;8142;p60"/>
          <p:cNvGrpSpPr/>
          <p:nvPr/>
        </p:nvGrpSpPr>
        <p:grpSpPr>
          <a:xfrm>
            <a:off x="4668202" y="2271344"/>
            <a:ext cx="359594" cy="353909"/>
            <a:chOff x="4687894" y="2289713"/>
            <a:chExt cx="359594" cy="353909"/>
          </a:xfrm>
        </p:grpSpPr>
        <p:sp>
          <p:nvSpPr>
            <p:cNvPr id="8143" name="Google Shape;8143;p6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6" name="Google Shape;8146;p6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7" name="Google Shape;8147;p60"/>
          <p:cNvGrpSpPr/>
          <p:nvPr/>
        </p:nvGrpSpPr>
        <p:grpSpPr>
          <a:xfrm>
            <a:off x="6352932" y="2289857"/>
            <a:ext cx="263567" cy="317614"/>
            <a:chOff x="6421399" y="2308227"/>
            <a:chExt cx="263567" cy="317614"/>
          </a:xfrm>
        </p:grpSpPr>
        <p:sp>
          <p:nvSpPr>
            <p:cNvPr id="8148" name="Google Shape;8148;p6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60"/>
          <p:cNvGrpSpPr/>
          <p:nvPr/>
        </p:nvGrpSpPr>
        <p:grpSpPr>
          <a:xfrm>
            <a:off x="6850501" y="2277250"/>
            <a:ext cx="360356" cy="343462"/>
            <a:chOff x="6870193" y="2295620"/>
            <a:chExt cx="360356" cy="343462"/>
          </a:xfrm>
        </p:grpSpPr>
        <p:sp>
          <p:nvSpPr>
            <p:cNvPr id="8153" name="Google Shape;8153;p6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0"/>
          <p:cNvGrpSpPr/>
          <p:nvPr/>
        </p:nvGrpSpPr>
        <p:grpSpPr>
          <a:xfrm>
            <a:off x="7421773" y="2284490"/>
            <a:ext cx="342192" cy="327140"/>
            <a:chOff x="7441465" y="2302860"/>
            <a:chExt cx="342192" cy="327140"/>
          </a:xfrm>
        </p:grpSpPr>
        <p:sp>
          <p:nvSpPr>
            <p:cNvPr id="8156" name="Google Shape;8156;p6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0"/>
          <p:cNvGrpSpPr/>
          <p:nvPr/>
        </p:nvGrpSpPr>
        <p:grpSpPr>
          <a:xfrm>
            <a:off x="7969991" y="2331837"/>
            <a:ext cx="332761" cy="234066"/>
            <a:chOff x="7989683" y="2350207"/>
            <a:chExt cx="332761" cy="234066"/>
          </a:xfrm>
        </p:grpSpPr>
        <p:sp>
          <p:nvSpPr>
            <p:cNvPr id="8159" name="Google Shape;8159;p6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0"/>
          <p:cNvGrpSpPr/>
          <p:nvPr/>
        </p:nvGrpSpPr>
        <p:grpSpPr>
          <a:xfrm>
            <a:off x="5803602" y="2291381"/>
            <a:ext cx="315327" cy="314978"/>
            <a:chOff x="5823294" y="2309751"/>
            <a:chExt cx="315327" cy="314978"/>
          </a:xfrm>
        </p:grpSpPr>
        <p:sp>
          <p:nvSpPr>
            <p:cNvPr id="8166" name="Google Shape;8166;p6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0"/>
          <p:cNvGrpSpPr/>
          <p:nvPr/>
        </p:nvGrpSpPr>
        <p:grpSpPr>
          <a:xfrm>
            <a:off x="2477583" y="2725790"/>
            <a:ext cx="370930" cy="370549"/>
            <a:chOff x="2497275" y="2744159"/>
            <a:chExt cx="370930" cy="370549"/>
          </a:xfrm>
        </p:grpSpPr>
        <p:sp>
          <p:nvSpPr>
            <p:cNvPr id="8184" name="Google Shape;8184;p6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60"/>
          <p:cNvGrpSpPr/>
          <p:nvPr/>
        </p:nvGrpSpPr>
        <p:grpSpPr>
          <a:xfrm>
            <a:off x="841248" y="2728108"/>
            <a:ext cx="371883" cy="365691"/>
            <a:chOff x="860940" y="2746477"/>
            <a:chExt cx="371883" cy="365691"/>
          </a:xfrm>
        </p:grpSpPr>
        <p:sp>
          <p:nvSpPr>
            <p:cNvPr id="8191" name="Google Shape;8191;p6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60"/>
          <p:cNvGrpSpPr/>
          <p:nvPr/>
        </p:nvGrpSpPr>
        <p:grpSpPr>
          <a:xfrm>
            <a:off x="1431144" y="2747889"/>
            <a:ext cx="283985" cy="341080"/>
            <a:chOff x="1493849" y="2775533"/>
            <a:chExt cx="283985" cy="341080"/>
          </a:xfrm>
        </p:grpSpPr>
        <p:sp>
          <p:nvSpPr>
            <p:cNvPr id="8197" name="Google Shape;8197;p6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0"/>
          <p:cNvGrpSpPr/>
          <p:nvPr/>
        </p:nvGrpSpPr>
        <p:grpSpPr>
          <a:xfrm>
            <a:off x="1933144" y="2756052"/>
            <a:ext cx="372835" cy="342573"/>
            <a:chOff x="1952836" y="2774422"/>
            <a:chExt cx="372835" cy="342573"/>
          </a:xfrm>
        </p:grpSpPr>
        <p:sp>
          <p:nvSpPr>
            <p:cNvPr id="8200" name="Google Shape;8200;p6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0"/>
          <p:cNvGrpSpPr/>
          <p:nvPr/>
        </p:nvGrpSpPr>
        <p:grpSpPr>
          <a:xfrm>
            <a:off x="3060224" y="2726107"/>
            <a:ext cx="332729" cy="372518"/>
            <a:chOff x="3079916" y="2744477"/>
            <a:chExt cx="332729" cy="372518"/>
          </a:xfrm>
        </p:grpSpPr>
        <p:sp>
          <p:nvSpPr>
            <p:cNvPr id="8204" name="Google Shape;8204;p6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60"/>
          <p:cNvGrpSpPr/>
          <p:nvPr/>
        </p:nvGrpSpPr>
        <p:grpSpPr>
          <a:xfrm>
            <a:off x="3600884" y="2727155"/>
            <a:ext cx="336889" cy="355592"/>
            <a:chOff x="3620576" y="2745525"/>
            <a:chExt cx="336889" cy="355592"/>
          </a:xfrm>
        </p:grpSpPr>
        <p:sp>
          <p:nvSpPr>
            <p:cNvPr id="8208" name="Google Shape;8208;p6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0"/>
          <p:cNvGrpSpPr/>
          <p:nvPr/>
        </p:nvGrpSpPr>
        <p:grpSpPr>
          <a:xfrm>
            <a:off x="4107123" y="2742334"/>
            <a:ext cx="380393" cy="363118"/>
            <a:chOff x="4126815" y="2760704"/>
            <a:chExt cx="380393" cy="363118"/>
          </a:xfrm>
        </p:grpSpPr>
        <p:sp>
          <p:nvSpPr>
            <p:cNvPr id="8211" name="Google Shape;8211;p6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0"/>
          <p:cNvGrpSpPr/>
          <p:nvPr/>
        </p:nvGrpSpPr>
        <p:grpSpPr>
          <a:xfrm>
            <a:off x="4656294" y="2727314"/>
            <a:ext cx="381346" cy="368644"/>
            <a:chOff x="4675986" y="2745684"/>
            <a:chExt cx="381346" cy="368644"/>
          </a:xfrm>
        </p:grpSpPr>
        <p:sp>
          <p:nvSpPr>
            <p:cNvPr id="8216" name="Google Shape;8216;p6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0"/>
          <p:cNvGrpSpPr/>
          <p:nvPr/>
        </p:nvGrpSpPr>
        <p:grpSpPr>
          <a:xfrm>
            <a:off x="5200924" y="2772692"/>
            <a:ext cx="373185" cy="302466"/>
            <a:chOff x="5220616" y="2791061"/>
            <a:chExt cx="373185" cy="302466"/>
          </a:xfrm>
        </p:grpSpPr>
        <p:sp>
          <p:nvSpPr>
            <p:cNvPr id="8219" name="Google Shape;8219;p6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60"/>
          <p:cNvGrpSpPr/>
          <p:nvPr/>
        </p:nvGrpSpPr>
        <p:grpSpPr>
          <a:xfrm>
            <a:off x="5768969" y="2754147"/>
            <a:ext cx="284366" cy="344097"/>
            <a:chOff x="5864861" y="2772517"/>
            <a:chExt cx="284366" cy="344097"/>
          </a:xfrm>
        </p:grpSpPr>
        <p:sp>
          <p:nvSpPr>
            <p:cNvPr id="8238" name="Google Shape;8238;p6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4" name="Google Shape;8244;p6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5" name="Google Shape;8245;p60"/>
          <p:cNvGrpSpPr/>
          <p:nvPr/>
        </p:nvGrpSpPr>
        <p:grpSpPr>
          <a:xfrm>
            <a:off x="6954467" y="2771168"/>
            <a:ext cx="255247" cy="327458"/>
            <a:chOff x="6974158" y="2789537"/>
            <a:chExt cx="255247" cy="327458"/>
          </a:xfrm>
        </p:grpSpPr>
        <p:sp>
          <p:nvSpPr>
            <p:cNvPr id="8246" name="Google Shape;8246;p6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60"/>
          <p:cNvGrpSpPr/>
          <p:nvPr/>
        </p:nvGrpSpPr>
        <p:grpSpPr>
          <a:xfrm>
            <a:off x="7511005" y="2771930"/>
            <a:ext cx="244291" cy="326314"/>
            <a:chOff x="7530697" y="2790299"/>
            <a:chExt cx="244291" cy="326314"/>
          </a:xfrm>
        </p:grpSpPr>
        <p:sp>
          <p:nvSpPr>
            <p:cNvPr id="8253" name="Google Shape;8253;p6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60"/>
          <p:cNvGrpSpPr/>
          <p:nvPr/>
        </p:nvGrpSpPr>
        <p:grpSpPr>
          <a:xfrm>
            <a:off x="7968499" y="2813878"/>
            <a:ext cx="332348" cy="283985"/>
            <a:chOff x="7988191" y="2832248"/>
            <a:chExt cx="332348" cy="283985"/>
          </a:xfrm>
        </p:grpSpPr>
        <p:sp>
          <p:nvSpPr>
            <p:cNvPr id="8260" name="Google Shape;8260;p6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3" name="Google Shape;8263;p6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4" name="Google Shape;8264;p60"/>
          <p:cNvGrpSpPr/>
          <p:nvPr/>
        </p:nvGrpSpPr>
        <p:grpSpPr>
          <a:xfrm>
            <a:off x="3568748" y="3239998"/>
            <a:ext cx="364484" cy="262423"/>
            <a:chOff x="3588440" y="3258368"/>
            <a:chExt cx="364484" cy="262423"/>
          </a:xfrm>
        </p:grpSpPr>
        <p:sp>
          <p:nvSpPr>
            <p:cNvPr id="8265" name="Google Shape;8265;p6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1" name="Google Shape;8271;p6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2" name="Google Shape;8272;p60"/>
          <p:cNvGrpSpPr/>
          <p:nvPr/>
        </p:nvGrpSpPr>
        <p:grpSpPr>
          <a:xfrm>
            <a:off x="5746125" y="3209355"/>
            <a:ext cx="364865" cy="324822"/>
            <a:chOff x="5765817" y="3227724"/>
            <a:chExt cx="364865" cy="324822"/>
          </a:xfrm>
        </p:grpSpPr>
        <p:sp>
          <p:nvSpPr>
            <p:cNvPr id="8273" name="Google Shape;8273;p6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60"/>
          <p:cNvGrpSpPr/>
          <p:nvPr/>
        </p:nvGrpSpPr>
        <p:grpSpPr>
          <a:xfrm>
            <a:off x="6208891" y="3219294"/>
            <a:ext cx="446539" cy="303895"/>
            <a:chOff x="6228583" y="3237664"/>
            <a:chExt cx="446539" cy="303895"/>
          </a:xfrm>
        </p:grpSpPr>
        <p:sp>
          <p:nvSpPr>
            <p:cNvPr id="8277" name="Google Shape;8277;p6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0"/>
          <p:cNvGrpSpPr/>
          <p:nvPr/>
        </p:nvGrpSpPr>
        <p:grpSpPr>
          <a:xfrm>
            <a:off x="846170" y="3188936"/>
            <a:ext cx="364484" cy="364897"/>
            <a:chOff x="865862" y="3207306"/>
            <a:chExt cx="364484" cy="364897"/>
          </a:xfrm>
        </p:grpSpPr>
        <p:sp>
          <p:nvSpPr>
            <p:cNvPr id="8295" name="Google Shape;8295;p6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60"/>
          <p:cNvGrpSpPr/>
          <p:nvPr/>
        </p:nvGrpSpPr>
        <p:grpSpPr>
          <a:xfrm>
            <a:off x="1384925" y="3208593"/>
            <a:ext cx="370168" cy="325965"/>
            <a:chOff x="1404617" y="3226962"/>
            <a:chExt cx="370168" cy="325965"/>
          </a:xfrm>
        </p:grpSpPr>
        <p:sp>
          <p:nvSpPr>
            <p:cNvPr id="8310" name="Google Shape;8310;p6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0"/>
          <p:cNvGrpSpPr/>
          <p:nvPr/>
        </p:nvGrpSpPr>
        <p:grpSpPr>
          <a:xfrm>
            <a:off x="1933711" y="3197724"/>
            <a:ext cx="366389" cy="354481"/>
            <a:chOff x="1954741" y="3212419"/>
            <a:chExt cx="366389" cy="354481"/>
          </a:xfrm>
        </p:grpSpPr>
        <p:sp>
          <p:nvSpPr>
            <p:cNvPr id="8320" name="Google Shape;8320;p6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60"/>
          <p:cNvGrpSpPr/>
          <p:nvPr/>
        </p:nvGrpSpPr>
        <p:grpSpPr>
          <a:xfrm>
            <a:off x="3023547" y="3197256"/>
            <a:ext cx="366008" cy="348670"/>
            <a:chOff x="3043239" y="3215626"/>
            <a:chExt cx="366008" cy="348670"/>
          </a:xfrm>
        </p:grpSpPr>
        <p:sp>
          <p:nvSpPr>
            <p:cNvPr id="8328" name="Google Shape;8328;p6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60"/>
          <p:cNvGrpSpPr/>
          <p:nvPr/>
        </p:nvGrpSpPr>
        <p:grpSpPr>
          <a:xfrm>
            <a:off x="4198641" y="3166613"/>
            <a:ext cx="209107" cy="383442"/>
            <a:chOff x="4218333" y="3184982"/>
            <a:chExt cx="209107" cy="383442"/>
          </a:xfrm>
        </p:grpSpPr>
        <p:sp>
          <p:nvSpPr>
            <p:cNvPr id="8331" name="Google Shape;8331;p6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3" name="Google Shape;8333;p6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4" name="Google Shape;8334;p60"/>
          <p:cNvGrpSpPr/>
          <p:nvPr/>
        </p:nvGrpSpPr>
        <p:grpSpPr>
          <a:xfrm>
            <a:off x="6876953" y="3197637"/>
            <a:ext cx="322917" cy="347876"/>
            <a:chOff x="6896644" y="3216007"/>
            <a:chExt cx="322917" cy="347876"/>
          </a:xfrm>
        </p:grpSpPr>
        <p:sp>
          <p:nvSpPr>
            <p:cNvPr id="8335" name="Google Shape;8335;p6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0"/>
          <p:cNvGrpSpPr/>
          <p:nvPr/>
        </p:nvGrpSpPr>
        <p:grpSpPr>
          <a:xfrm>
            <a:off x="7409674" y="3204814"/>
            <a:ext cx="334634" cy="333904"/>
            <a:chOff x="7429366" y="3223183"/>
            <a:chExt cx="334634" cy="333904"/>
          </a:xfrm>
        </p:grpSpPr>
        <p:sp>
          <p:nvSpPr>
            <p:cNvPr id="8343" name="Google Shape;8343;p6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5" name="Google Shape;8345;p6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6" name="Google Shape;8346;p60"/>
          <p:cNvGrpSpPr/>
          <p:nvPr/>
        </p:nvGrpSpPr>
        <p:grpSpPr>
          <a:xfrm>
            <a:off x="5196764" y="3707114"/>
            <a:ext cx="356196" cy="265631"/>
            <a:chOff x="5216456" y="3725484"/>
            <a:chExt cx="356196" cy="265631"/>
          </a:xfrm>
        </p:grpSpPr>
        <p:sp>
          <p:nvSpPr>
            <p:cNvPr id="8347" name="Google Shape;8347;p6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60"/>
          <p:cNvGrpSpPr/>
          <p:nvPr/>
        </p:nvGrpSpPr>
        <p:grpSpPr>
          <a:xfrm>
            <a:off x="6829701" y="3715625"/>
            <a:ext cx="355053" cy="248038"/>
            <a:chOff x="6849393" y="3733994"/>
            <a:chExt cx="355053" cy="248038"/>
          </a:xfrm>
        </p:grpSpPr>
        <p:sp>
          <p:nvSpPr>
            <p:cNvPr id="8350" name="Google Shape;8350;p6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0"/>
          <p:cNvGrpSpPr/>
          <p:nvPr/>
        </p:nvGrpSpPr>
        <p:grpSpPr>
          <a:xfrm>
            <a:off x="7899305" y="3696318"/>
            <a:ext cx="392111" cy="280206"/>
            <a:chOff x="7918997" y="3714687"/>
            <a:chExt cx="392111" cy="280206"/>
          </a:xfrm>
        </p:grpSpPr>
        <p:sp>
          <p:nvSpPr>
            <p:cNvPr id="8356" name="Google Shape;8356;p6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1" name="Google Shape;8361;p6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2" name="Google Shape;8362;p60"/>
          <p:cNvGrpSpPr/>
          <p:nvPr/>
        </p:nvGrpSpPr>
        <p:grpSpPr>
          <a:xfrm>
            <a:off x="1389085" y="3662594"/>
            <a:ext cx="357720" cy="355148"/>
            <a:chOff x="1408777" y="3680964"/>
            <a:chExt cx="357720" cy="355148"/>
          </a:xfrm>
        </p:grpSpPr>
        <p:sp>
          <p:nvSpPr>
            <p:cNvPr id="8363" name="Google Shape;8363;p6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60"/>
          <p:cNvGrpSpPr/>
          <p:nvPr/>
        </p:nvGrpSpPr>
        <p:grpSpPr>
          <a:xfrm>
            <a:off x="1933144" y="3662594"/>
            <a:ext cx="357720" cy="355148"/>
            <a:chOff x="1952836" y="3680964"/>
            <a:chExt cx="357720" cy="355148"/>
          </a:xfrm>
        </p:grpSpPr>
        <p:sp>
          <p:nvSpPr>
            <p:cNvPr id="8369" name="Google Shape;8369;p6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0"/>
          <p:cNvGrpSpPr/>
          <p:nvPr/>
        </p:nvGrpSpPr>
        <p:grpSpPr>
          <a:xfrm>
            <a:off x="2477202" y="3662594"/>
            <a:ext cx="357720" cy="355148"/>
            <a:chOff x="2496894" y="3680964"/>
            <a:chExt cx="357720" cy="355148"/>
          </a:xfrm>
        </p:grpSpPr>
        <p:sp>
          <p:nvSpPr>
            <p:cNvPr id="8375" name="Google Shape;8375;p6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0"/>
          <p:cNvGrpSpPr/>
          <p:nvPr/>
        </p:nvGrpSpPr>
        <p:grpSpPr>
          <a:xfrm>
            <a:off x="3021292" y="3662689"/>
            <a:ext cx="356164" cy="355815"/>
            <a:chOff x="3040984" y="3681059"/>
            <a:chExt cx="356164" cy="355815"/>
          </a:xfrm>
        </p:grpSpPr>
        <p:sp>
          <p:nvSpPr>
            <p:cNvPr id="8381" name="Google Shape;8381;p6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0"/>
          <p:cNvGrpSpPr/>
          <p:nvPr/>
        </p:nvGrpSpPr>
        <p:grpSpPr>
          <a:xfrm>
            <a:off x="3564589" y="3680821"/>
            <a:ext cx="358069" cy="317995"/>
            <a:chOff x="3584280" y="3699191"/>
            <a:chExt cx="358069" cy="317995"/>
          </a:xfrm>
        </p:grpSpPr>
        <p:sp>
          <p:nvSpPr>
            <p:cNvPr id="8385" name="Google Shape;8385;p6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0"/>
          <p:cNvGrpSpPr/>
          <p:nvPr/>
        </p:nvGrpSpPr>
        <p:grpSpPr>
          <a:xfrm>
            <a:off x="4109790" y="3662689"/>
            <a:ext cx="355402" cy="354291"/>
            <a:chOff x="4129482" y="3681059"/>
            <a:chExt cx="355402" cy="354291"/>
          </a:xfrm>
        </p:grpSpPr>
        <p:sp>
          <p:nvSpPr>
            <p:cNvPr id="8390" name="Google Shape;8390;p6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60"/>
          <p:cNvGrpSpPr/>
          <p:nvPr/>
        </p:nvGrpSpPr>
        <p:grpSpPr>
          <a:xfrm>
            <a:off x="4653849" y="3661927"/>
            <a:ext cx="355434" cy="355815"/>
            <a:chOff x="4673540" y="3680297"/>
            <a:chExt cx="355434" cy="355815"/>
          </a:xfrm>
        </p:grpSpPr>
        <p:sp>
          <p:nvSpPr>
            <p:cNvPr id="8395" name="Google Shape;8395;p6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0"/>
          <p:cNvGrpSpPr/>
          <p:nvPr/>
        </p:nvGrpSpPr>
        <p:grpSpPr>
          <a:xfrm>
            <a:off x="5759716" y="3680821"/>
            <a:ext cx="317645" cy="318757"/>
            <a:chOff x="5779408" y="3699191"/>
            <a:chExt cx="317645" cy="318757"/>
          </a:xfrm>
        </p:grpSpPr>
        <p:sp>
          <p:nvSpPr>
            <p:cNvPr id="8399" name="Google Shape;8399;p6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1" name="Google Shape;8401;p6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2" name="Google Shape;8402;p60"/>
          <p:cNvGrpSpPr/>
          <p:nvPr/>
        </p:nvGrpSpPr>
        <p:grpSpPr>
          <a:xfrm>
            <a:off x="7370743" y="3662499"/>
            <a:ext cx="372073" cy="355243"/>
            <a:chOff x="7390435" y="3680868"/>
            <a:chExt cx="372073" cy="355243"/>
          </a:xfrm>
        </p:grpSpPr>
        <p:sp>
          <p:nvSpPr>
            <p:cNvPr id="8403" name="Google Shape;8403;p6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60"/>
          <p:cNvGrpSpPr/>
          <p:nvPr/>
        </p:nvGrpSpPr>
        <p:grpSpPr>
          <a:xfrm>
            <a:off x="1392301" y="4119346"/>
            <a:ext cx="374709" cy="374010"/>
            <a:chOff x="1421638" y="4125629"/>
            <a:chExt cx="374709" cy="374010"/>
          </a:xfrm>
        </p:grpSpPr>
        <p:sp>
          <p:nvSpPr>
            <p:cNvPr id="8410" name="Google Shape;8410;p6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0"/>
          <p:cNvGrpSpPr/>
          <p:nvPr/>
        </p:nvGrpSpPr>
        <p:grpSpPr>
          <a:xfrm>
            <a:off x="1943917" y="4135255"/>
            <a:ext cx="357720" cy="342192"/>
            <a:chOff x="1973254" y="4156304"/>
            <a:chExt cx="357720" cy="342192"/>
          </a:xfrm>
        </p:grpSpPr>
        <p:sp>
          <p:nvSpPr>
            <p:cNvPr id="8413" name="Google Shape;8413;p6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0"/>
          <p:cNvGrpSpPr/>
          <p:nvPr/>
        </p:nvGrpSpPr>
        <p:grpSpPr>
          <a:xfrm>
            <a:off x="2494422" y="4136192"/>
            <a:ext cx="341049" cy="340318"/>
            <a:chOff x="2523759" y="4135505"/>
            <a:chExt cx="341049" cy="340318"/>
          </a:xfrm>
        </p:grpSpPr>
        <p:sp>
          <p:nvSpPr>
            <p:cNvPr id="8420" name="Google Shape;8420;p6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0"/>
          <p:cNvGrpSpPr/>
          <p:nvPr/>
        </p:nvGrpSpPr>
        <p:grpSpPr>
          <a:xfrm>
            <a:off x="3011266" y="4131175"/>
            <a:ext cx="392079" cy="350353"/>
            <a:chOff x="3040603" y="4130360"/>
            <a:chExt cx="392079" cy="350353"/>
          </a:xfrm>
        </p:grpSpPr>
        <p:sp>
          <p:nvSpPr>
            <p:cNvPr id="8423" name="Google Shape;8423;p6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0"/>
          <p:cNvGrpSpPr/>
          <p:nvPr/>
        </p:nvGrpSpPr>
        <p:grpSpPr>
          <a:xfrm>
            <a:off x="3632807" y="4136192"/>
            <a:ext cx="232955" cy="340318"/>
            <a:chOff x="3662144" y="4135505"/>
            <a:chExt cx="232955" cy="340318"/>
          </a:xfrm>
        </p:grpSpPr>
        <p:sp>
          <p:nvSpPr>
            <p:cNvPr id="8434" name="Google Shape;8434;p6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0"/>
          <p:cNvGrpSpPr/>
          <p:nvPr/>
        </p:nvGrpSpPr>
        <p:grpSpPr>
          <a:xfrm>
            <a:off x="4119801" y="4122029"/>
            <a:ext cx="344065" cy="368644"/>
            <a:chOff x="4149138" y="4121151"/>
            <a:chExt cx="344065" cy="368644"/>
          </a:xfrm>
        </p:grpSpPr>
        <p:sp>
          <p:nvSpPr>
            <p:cNvPr id="8439" name="Google Shape;8439;p6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1" name="Google Shape;8451;p6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2" name="Google Shape;8452;p60"/>
          <p:cNvGrpSpPr/>
          <p:nvPr/>
        </p:nvGrpSpPr>
        <p:grpSpPr>
          <a:xfrm>
            <a:off x="5176925" y="4174949"/>
            <a:ext cx="397763" cy="262804"/>
            <a:chOff x="5206262" y="4174817"/>
            <a:chExt cx="397763" cy="262804"/>
          </a:xfrm>
        </p:grpSpPr>
        <p:sp>
          <p:nvSpPr>
            <p:cNvPr id="8453" name="Google Shape;8453;p6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0"/>
          <p:cNvGrpSpPr/>
          <p:nvPr/>
        </p:nvGrpSpPr>
        <p:grpSpPr>
          <a:xfrm>
            <a:off x="5698279" y="4161342"/>
            <a:ext cx="440505" cy="290018"/>
            <a:chOff x="5727616" y="4204699"/>
            <a:chExt cx="440505" cy="290018"/>
          </a:xfrm>
        </p:grpSpPr>
        <p:sp>
          <p:nvSpPr>
            <p:cNvPr id="8461" name="Google Shape;8461;p6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0"/>
          <p:cNvGrpSpPr/>
          <p:nvPr/>
        </p:nvGrpSpPr>
        <p:grpSpPr>
          <a:xfrm>
            <a:off x="6380726" y="4124093"/>
            <a:ext cx="159950" cy="364516"/>
            <a:chOff x="6410063" y="4135124"/>
            <a:chExt cx="159950" cy="364516"/>
          </a:xfrm>
        </p:grpSpPr>
        <p:sp>
          <p:nvSpPr>
            <p:cNvPr id="8470" name="Google Shape;8470;p6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60"/>
          <p:cNvGrpSpPr/>
          <p:nvPr/>
        </p:nvGrpSpPr>
        <p:grpSpPr>
          <a:xfrm>
            <a:off x="6641065" y="4124284"/>
            <a:ext cx="214378" cy="364135"/>
            <a:chOff x="6924652" y="4135505"/>
            <a:chExt cx="214378" cy="364135"/>
          </a:xfrm>
        </p:grpSpPr>
        <p:sp>
          <p:nvSpPr>
            <p:cNvPr id="8475" name="Google Shape;8475;p6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9" name="Google Shape;8479;p6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480" name="Google Shape;8480;p6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481" name="Google Shape;8481;p60"/>
          <p:cNvGrpSpPr/>
          <p:nvPr/>
        </p:nvGrpSpPr>
        <p:grpSpPr>
          <a:xfrm>
            <a:off x="841240" y="4119220"/>
            <a:ext cx="374177" cy="374263"/>
            <a:chOff x="775325" y="4143525"/>
            <a:chExt cx="468776" cy="468884"/>
          </a:xfrm>
        </p:grpSpPr>
        <p:sp>
          <p:nvSpPr>
            <p:cNvPr id="8482" name="Google Shape;8482;p6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60"/>
          <p:cNvGrpSpPr/>
          <p:nvPr/>
        </p:nvGrpSpPr>
        <p:grpSpPr>
          <a:xfrm>
            <a:off x="7015917" y="4114633"/>
            <a:ext cx="219464" cy="383437"/>
            <a:chOff x="1426400" y="1814750"/>
            <a:chExt cx="407850" cy="712575"/>
          </a:xfrm>
        </p:grpSpPr>
        <p:sp>
          <p:nvSpPr>
            <p:cNvPr id="8487" name="Google Shape;8487;p6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0"/>
          <p:cNvGrpSpPr/>
          <p:nvPr/>
        </p:nvGrpSpPr>
        <p:grpSpPr>
          <a:xfrm>
            <a:off x="7391519" y="4149408"/>
            <a:ext cx="313833" cy="313887"/>
            <a:chOff x="1910075" y="2021700"/>
            <a:chExt cx="583225" cy="583325"/>
          </a:xfrm>
        </p:grpSpPr>
        <p:sp>
          <p:nvSpPr>
            <p:cNvPr id="8491" name="Google Shape;8491;p6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60"/>
          <p:cNvGrpSpPr/>
          <p:nvPr/>
        </p:nvGrpSpPr>
        <p:grpSpPr>
          <a:xfrm>
            <a:off x="7861486" y="4189187"/>
            <a:ext cx="441255" cy="234329"/>
            <a:chOff x="2749275" y="2099575"/>
            <a:chExt cx="820025" cy="435475"/>
          </a:xfrm>
        </p:grpSpPr>
        <p:sp>
          <p:nvSpPr>
            <p:cNvPr id="8495" name="Google Shape;8495;p6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grpSp>
        <p:nvGrpSpPr>
          <p:cNvPr id="8503" name="Google Shape;8503;p61"/>
          <p:cNvGrpSpPr/>
          <p:nvPr/>
        </p:nvGrpSpPr>
        <p:grpSpPr>
          <a:xfrm>
            <a:off x="1989449" y="4101269"/>
            <a:ext cx="374774" cy="346073"/>
            <a:chOff x="1989449" y="4282269"/>
            <a:chExt cx="374774" cy="346073"/>
          </a:xfrm>
        </p:grpSpPr>
        <p:sp>
          <p:nvSpPr>
            <p:cNvPr id="8504" name="Google Shape;8504;p6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61"/>
          <p:cNvGrpSpPr/>
          <p:nvPr/>
        </p:nvGrpSpPr>
        <p:grpSpPr>
          <a:xfrm>
            <a:off x="2487439" y="4099740"/>
            <a:ext cx="198775" cy="348972"/>
            <a:chOff x="2487439" y="4280740"/>
            <a:chExt cx="198775" cy="348972"/>
          </a:xfrm>
        </p:grpSpPr>
        <p:sp>
          <p:nvSpPr>
            <p:cNvPr id="8510" name="Google Shape;8510;p6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1"/>
          <p:cNvGrpSpPr/>
          <p:nvPr/>
        </p:nvGrpSpPr>
        <p:grpSpPr>
          <a:xfrm>
            <a:off x="2810958" y="4092923"/>
            <a:ext cx="353145" cy="361873"/>
            <a:chOff x="2810958" y="4273923"/>
            <a:chExt cx="353145" cy="361873"/>
          </a:xfrm>
        </p:grpSpPr>
        <p:sp>
          <p:nvSpPr>
            <p:cNvPr id="8515" name="Google Shape;8515;p6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1"/>
          <p:cNvGrpSpPr/>
          <p:nvPr/>
        </p:nvGrpSpPr>
        <p:grpSpPr>
          <a:xfrm>
            <a:off x="6275635" y="4101651"/>
            <a:ext cx="209383" cy="366778"/>
            <a:chOff x="6275635" y="4282651"/>
            <a:chExt cx="209383" cy="366778"/>
          </a:xfrm>
        </p:grpSpPr>
        <p:sp>
          <p:nvSpPr>
            <p:cNvPr id="8523" name="Google Shape;8523;p6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1"/>
          <p:cNvGrpSpPr/>
          <p:nvPr/>
        </p:nvGrpSpPr>
        <p:grpSpPr>
          <a:xfrm>
            <a:off x="6701186" y="4102033"/>
            <a:ext cx="280292" cy="366396"/>
            <a:chOff x="6701186" y="4283033"/>
            <a:chExt cx="280292" cy="366396"/>
          </a:xfrm>
        </p:grpSpPr>
        <p:sp>
          <p:nvSpPr>
            <p:cNvPr id="8526" name="Google Shape;8526;p6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1"/>
          <p:cNvGrpSpPr/>
          <p:nvPr/>
        </p:nvGrpSpPr>
        <p:grpSpPr>
          <a:xfrm>
            <a:off x="2609571" y="3643958"/>
            <a:ext cx="373627" cy="347347"/>
            <a:chOff x="2609571" y="3824958"/>
            <a:chExt cx="373627" cy="347347"/>
          </a:xfrm>
        </p:grpSpPr>
        <p:sp>
          <p:nvSpPr>
            <p:cNvPr id="8529" name="Google Shape;8529;p6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1" name="Google Shape;8531;p6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2" name="Google Shape;8532;p61"/>
          <p:cNvGrpSpPr/>
          <p:nvPr/>
        </p:nvGrpSpPr>
        <p:grpSpPr>
          <a:xfrm>
            <a:off x="916127" y="3626056"/>
            <a:ext cx="221902" cy="380795"/>
            <a:chOff x="916127" y="3807056"/>
            <a:chExt cx="221902" cy="380795"/>
          </a:xfrm>
        </p:grpSpPr>
        <p:sp>
          <p:nvSpPr>
            <p:cNvPr id="8533" name="Google Shape;8533;p6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7" name="Google Shape;8537;p6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9" name="Google Shape;8539;p61"/>
          <p:cNvGrpSpPr/>
          <p:nvPr/>
        </p:nvGrpSpPr>
        <p:grpSpPr>
          <a:xfrm>
            <a:off x="3513010" y="3635134"/>
            <a:ext cx="362223" cy="361108"/>
            <a:chOff x="3513010" y="3816134"/>
            <a:chExt cx="362223" cy="361108"/>
          </a:xfrm>
        </p:grpSpPr>
        <p:sp>
          <p:nvSpPr>
            <p:cNvPr id="8540" name="Google Shape;8540;p6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1"/>
          <p:cNvGrpSpPr/>
          <p:nvPr/>
        </p:nvGrpSpPr>
        <p:grpSpPr>
          <a:xfrm>
            <a:off x="3950316" y="3639307"/>
            <a:ext cx="369805" cy="353782"/>
            <a:chOff x="3950316" y="3820307"/>
            <a:chExt cx="369805" cy="353782"/>
          </a:xfrm>
        </p:grpSpPr>
        <p:sp>
          <p:nvSpPr>
            <p:cNvPr id="8545" name="Google Shape;8545;p6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1"/>
          <p:cNvGrpSpPr/>
          <p:nvPr/>
        </p:nvGrpSpPr>
        <p:grpSpPr>
          <a:xfrm>
            <a:off x="1761909" y="3630961"/>
            <a:ext cx="307974" cy="371716"/>
            <a:chOff x="1761909" y="3811961"/>
            <a:chExt cx="307974" cy="371716"/>
          </a:xfrm>
        </p:grpSpPr>
        <p:sp>
          <p:nvSpPr>
            <p:cNvPr id="8550" name="Google Shape;8550;p6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61"/>
          <p:cNvGrpSpPr/>
          <p:nvPr/>
        </p:nvGrpSpPr>
        <p:grpSpPr>
          <a:xfrm>
            <a:off x="5373342" y="3627935"/>
            <a:ext cx="231395" cy="353145"/>
            <a:chOff x="5373342" y="3808935"/>
            <a:chExt cx="231395" cy="353145"/>
          </a:xfrm>
        </p:grpSpPr>
        <p:sp>
          <p:nvSpPr>
            <p:cNvPr id="8561" name="Google Shape;8561;p6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0" name="Google Shape;8570;p6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1" name="Google Shape;8571;p61"/>
          <p:cNvGrpSpPr/>
          <p:nvPr/>
        </p:nvGrpSpPr>
        <p:grpSpPr>
          <a:xfrm>
            <a:off x="5833775" y="3628445"/>
            <a:ext cx="235185" cy="352253"/>
            <a:chOff x="5833775" y="3809445"/>
            <a:chExt cx="235185" cy="352253"/>
          </a:xfrm>
        </p:grpSpPr>
        <p:sp>
          <p:nvSpPr>
            <p:cNvPr id="8572" name="Google Shape;8572;p6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61"/>
          <p:cNvGrpSpPr/>
          <p:nvPr/>
        </p:nvGrpSpPr>
        <p:grpSpPr>
          <a:xfrm>
            <a:off x="4942472" y="3628318"/>
            <a:ext cx="238976" cy="352762"/>
            <a:chOff x="4942472" y="3809318"/>
            <a:chExt cx="238976" cy="352762"/>
          </a:xfrm>
        </p:grpSpPr>
        <p:sp>
          <p:nvSpPr>
            <p:cNvPr id="8576" name="Google Shape;8576;p6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1"/>
          <p:cNvGrpSpPr/>
          <p:nvPr/>
        </p:nvGrpSpPr>
        <p:grpSpPr>
          <a:xfrm>
            <a:off x="6266525" y="3626788"/>
            <a:ext cx="260223" cy="353527"/>
            <a:chOff x="6266525" y="3807788"/>
            <a:chExt cx="260223" cy="353527"/>
          </a:xfrm>
        </p:grpSpPr>
        <p:sp>
          <p:nvSpPr>
            <p:cNvPr id="8584" name="Google Shape;8584;p6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8" name="Google Shape;8588;p6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9" name="Google Shape;8589;p61"/>
          <p:cNvGrpSpPr/>
          <p:nvPr/>
        </p:nvGrpSpPr>
        <p:grpSpPr>
          <a:xfrm>
            <a:off x="7184363" y="3628604"/>
            <a:ext cx="202184" cy="352762"/>
            <a:chOff x="7184363" y="3809604"/>
            <a:chExt cx="202184" cy="352762"/>
          </a:xfrm>
        </p:grpSpPr>
        <p:sp>
          <p:nvSpPr>
            <p:cNvPr id="8590" name="Google Shape;8590;p6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1"/>
          <p:cNvGrpSpPr/>
          <p:nvPr/>
        </p:nvGrpSpPr>
        <p:grpSpPr>
          <a:xfrm>
            <a:off x="7571624" y="3627935"/>
            <a:ext cx="292047" cy="352762"/>
            <a:chOff x="7571624" y="3808935"/>
            <a:chExt cx="292047" cy="352762"/>
          </a:xfrm>
        </p:grpSpPr>
        <p:sp>
          <p:nvSpPr>
            <p:cNvPr id="8593" name="Google Shape;8593;p6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61"/>
          <p:cNvGrpSpPr/>
          <p:nvPr/>
        </p:nvGrpSpPr>
        <p:grpSpPr>
          <a:xfrm>
            <a:off x="2174559" y="3175116"/>
            <a:ext cx="364135" cy="359930"/>
            <a:chOff x="2174559" y="3356116"/>
            <a:chExt cx="364135" cy="359930"/>
          </a:xfrm>
        </p:grpSpPr>
        <p:sp>
          <p:nvSpPr>
            <p:cNvPr id="8600" name="Google Shape;8600;p6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61"/>
          <p:cNvGrpSpPr/>
          <p:nvPr/>
        </p:nvGrpSpPr>
        <p:grpSpPr>
          <a:xfrm>
            <a:off x="1731934" y="3174639"/>
            <a:ext cx="368371" cy="361554"/>
            <a:chOff x="1731934" y="3355639"/>
            <a:chExt cx="368371" cy="361554"/>
          </a:xfrm>
        </p:grpSpPr>
        <p:sp>
          <p:nvSpPr>
            <p:cNvPr id="8603" name="Google Shape;8603;p6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1"/>
          <p:cNvGrpSpPr/>
          <p:nvPr/>
        </p:nvGrpSpPr>
        <p:grpSpPr>
          <a:xfrm>
            <a:off x="3990517" y="3173173"/>
            <a:ext cx="279559" cy="363402"/>
            <a:chOff x="3990517" y="3354173"/>
            <a:chExt cx="279559" cy="363402"/>
          </a:xfrm>
        </p:grpSpPr>
        <p:sp>
          <p:nvSpPr>
            <p:cNvPr id="8606" name="Google Shape;8606;p6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61"/>
          <p:cNvGrpSpPr/>
          <p:nvPr/>
        </p:nvGrpSpPr>
        <p:grpSpPr>
          <a:xfrm>
            <a:off x="3497847" y="3236374"/>
            <a:ext cx="379680" cy="237606"/>
            <a:chOff x="3497847" y="3417374"/>
            <a:chExt cx="379680" cy="237606"/>
          </a:xfrm>
        </p:grpSpPr>
        <p:sp>
          <p:nvSpPr>
            <p:cNvPr id="8610" name="Google Shape;8610;p6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61"/>
          <p:cNvGrpSpPr/>
          <p:nvPr/>
        </p:nvGrpSpPr>
        <p:grpSpPr>
          <a:xfrm>
            <a:off x="2612597" y="3186075"/>
            <a:ext cx="376271" cy="337982"/>
            <a:chOff x="2612597" y="3367075"/>
            <a:chExt cx="376271" cy="337982"/>
          </a:xfrm>
        </p:grpSpPr>
        <p:sp>
          <p:nvSpPr>
            <p:cNvPr id="8615" name="Google Shape;8615;p6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61"/>
          <p:cNvGrpSpPr/>
          <p:nvPr/>
        </p:nvGrpSpPr>
        <p:grpSpPr>
          <a:xfrm>
            <a:off x="3071914" y="3183431"/>
            <a:ext cx="343652" cy="342505"/>
            <a:chOff x="3071914" y="3364431"/>
            <a:chExt cx="343652" cy="342505"/>
          </a:xfrm>
        </p:grpSpPr>
        <p:sp>
          <p:nvSpPr>
            <p:cNvPr id="8618" name="Google Shape;8618;p6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61"/>
          <p:cNvGrpSpPr/>
          <p:nvPr/>
        </p:nvGrpSpPr>
        <p:grpSpPr>
          <a:xfrm>
            <a:off x="897141" y="3178875"/>
            <a:ext cx="257962" cy="352762"/>
            <a:chOff x="897141" y="3359875"/>
            <a:chExt cx="257962" cy="352762"/>
          </a:xfrm>
        </p:grpSpPr>
        <p:sp>
          <p:nvSpPr>
            <p:cNvPr id="8624" name="Google Shape;8624;p6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1"/>
          <p:cNvGrpSpPr/>
          <p:nvPr/>
        </p:nvGrpSpPr>
        <p:grpSpPr>
          <a:xfrm>
            <a:off x="1333682" y="3163330"/>
            <a:ext cx="271213" cy="383088"/>
            <a:chOff x="1333682" y="3344330"/>
            <a:chExt cx="271213" cy="383088"/>
          </a:xfrm>
        </p:grpSpPr>
        <p:sp>
          <p:nvSpPr>
            <p:cNvPr id="8633" name="Google Shape;8633;p6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61"/>
          <p:cNvGrpSpPr/>
          <p:nvPr/>
        </p:nvGrpSpPr>
        <p:grpSpPr>
          <a:xfrm>
            <a:off x="6664394" y="3165974"/>
            <a:ext cx="353113" cy="351998"/>
            <a:chOff x="6664394" y="3346974"/>
            <a:chExt cx="353113" cy="351998"/>
          </a:xfrm>
        </p:grpSpPr>
        <p:sp>
          <p:nvSpPr>
            <p:cNvPr id="8645" name="Google Shape;8645;p6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61"/>
          <p:cNvGrpSpPr/>
          <p:nvPr/>
        </p:nvGrpSpPr>
        <p:grpSpPr>
          <a:xfrm>
            <a:off x="849741" y="1778307"/>
            <a:ext cx="399398" cy="375443"/>
            <a:chOff x="849741" y="1959307"/>
            <a:chExt cx="399398" cy="375443"/>
          </a:xfrm>
        </p:grpSpPr>
        <p:sp>
          <p:nvSpPr>
            <p:cNvPr id="8651" name="Google Shape;8651;p6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61"/>
          <p:cNvGrpSpPr/>
          <p:nvPr/>
        </p:nvGrpSpPr>
        <p:grpSpPr>
          <a:xfrm>
            <a:off x="1284212" y="1782766"/>
            <a:ext cx="379489" cy="366046"/>
            <a:chOff x="1284212" y="1963766"/>
            <a:chExt cx="379489" cy="366046"/>
          </a:xfrm>
        </p:grpSpPr>
        <p:sp>
          <p:nvSpPr>
            <p:cNvPr id="8654" name="Google Shape;8654;p6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61"/>
          <p:cNvGrpSpPr/>
          <p:nvPr/>
        </p:nvGrpSpPr>
        <p:grpSpPr>
          <a:xfrm>
            <a:off x="3037766" y="1788564"/>
            <a:ext cx="370219" cy="354928"/>
            <a:chOff x="3037766" y="1969564"/>
            <a:chExt cx="370219" cy="354928"/>
          </a:xfrm>
        </p:grpSpPr>
        <p:sp>
          <p:nvSpPr>
            <p:cNvPr id="8657" name="Google Shape;8657;p6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1"/>
          <p:cNvGrpSpPr/>
          <p:nvPr/>
        </p:nvGrpSpPr>
        <p:grpSpPr>
          <a:xfrm>
            <a:off x="3982553" y="1790730"/>
            <a:ext cx="304566" cy="350501"/>
            <a:chOff x="3982553" y="1971730"/>
            <a:chExt cx="304566" cy="350501"/>
          </a:xfrm>
        </p:grpSpPr>
        <p:sp>
          <p:nvSpPr>
            <p:cNvPr id="8662" name="Google Shape;8662;p6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1"/>
          <p:cNvGrpSpPr/>
          <p:nvPr/>
        </p:nvGrpSpPr>
        <p:grpSpPr>
          <a:xfrm>
            <a:off x="2567841" y="1813124"/>
            <a:ext cx="399812" cy="306477"/>
            <a:chOff x="2567841" y="1994124"/>
            <a:chExt cx="399812" cy="306477"/>
          </a:xfrm>
        </p:grpSpPr>
        <p:sp>
          <p:nvSpPr>
            <p:cNvPr id="8665" name="Google Shape;8665;p6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1"/>
          <p:cNvGrpSpPr/>
          <p:nvPr/>
        </p:nvGrpSpPr>
        <p:grpSpPr>
          <a:xfrm>
            <a:off x="2212084" y="1779358"/>
            <a:ext cx="324698" cy="372863"/>
            <a:chOff x="2212084" y="1960358"/>
            <a:chExt cx="324698" cy="372863"/>
          </a:xfrm>
        </p:grpSpPr>
        <p:sp>
          <p:nvSpPr>
            <p:cNvPr id="8669" name="Google Shape;8669;p6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1"/>
          <p:cNvGrpSpPr/>
          <p:nvPr/>
        </p:nvGrpSpPr>
        <p:grpSpPr>
          <a:xfrm>
            <a:off x="1805901" y="1779358"/>
            <a:ext cx="284847" cy="373627"/>
            <a:chOff x="1805901" y="1960358"/>
            <a:chExt cx="284847" cy="373627"/>
          </a:xfrm>
        </p:grpSpPr>
        <p:sp>
          <p:nvSpPr>
            <p:cNvPr id="8673" name="Google Shape;8673;p6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5" name="Google Shape;8675;p6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8" name="Google Shape;8678;p61"/>
          <p:cNvGrpSpPr/>
          <p:nvPr/>
        </p:nvGrpSpPr>
        <p:grpSpPr>
          <a:xfrm>
            <a:off x="6656812" y="1848388"/>
            <a:ext cx="368690" cy="245793"/>
            <a:chOff x="6656812" y="2029388"/>
            <a:chExt cx="368690" cy="245793"/>
          </a:xfrm>
        </p:grpSpPr>
        <p:sp>
          <p:nvSpPr>
            <p:cNvPr id="8679" name="Google Shape;8679;p6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61"/>
          <p:cNvGrpSpPr/>
          <p:nvPr/>
        </p:nvGrpSpPr>
        <p:grpSpPr>
          <a:xfrm>
            <a:off x="4869651" y="1831218"/>
            <a:ext cx="376654" cy="281566"/>
            <a:chOff x="4869651" y="2012218"/>
            <a:chExt cx="376654" cy="281566"/>
          </a:xfrm>
        </p:grpSpPr>
        <p:sp>
          <p:nvSpPr>
            <p:cNvPr id="8690" name="Google Shape;8690;p6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1"/>
          <p:cNvGrpSpPr/>
          <p:nvPr/>
        </p:nvGrpSpPr>
        <p:grpSpPr>
          <a:xfrm>
            <a:off x="5306224" y="1831313"/>
            <a:ext cx="367925" cy="281694"/>
            <a:chOff x="5306224" y="2012313"/>
            <a:chExt cx="367925" cy="281694"/>
          </a:xfrm>
        </p:grpSpPr>
        <p:sp>
          <p:nvSpPr>
            <p:cNvPr id="8695" name="Google Shape;8695;p6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7" name="Google Shape;8697;p6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8" name="Google Shape;8698;p61"/>
          <p:cNvGrpSpPr/>
          <p:nvPr/>
        </p:nvGrpSpPr>
        <p:grpSpPr>
          <a:xfrm>
            <a:off x="6195998" y="1802102"/>
            <a:ext cx="368308" cy="338746"/>
            <a:chOff x="6195998" y="1983102"/>
            <a:chExt cx="368308" cy="338746"/>
          </a:xfrm>
        </p:grpSpPr>
        <p:sp>
          <p:nvSpPr>
            <p:cNvPr id="8699" name="Google Shape;8699;p6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1"/>
          <p:cNvGrpSpPr/>
          <p:nvPr/>
        </p:nvGrpSpPr>
        <p:grpSpPr>
          <a:xfrm>
            <a:off x="7542031" y="1830835"/>
            <a:ext cx="369072" cy="280037"/>
            <a:chOff x="7542031" y="2011835"/>
            <a:chExt cx="369072" cy="280037"/>
          </a:xfrm>
        </p:grpSpPr>
        <p:sp>
          <p:nvSpPr>
            <p:cNvPr id="8703" name="Google Shape;8703;p6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1"/>
          <p:cNvGrpSpPr/>
          <p:nvPr/>
        </p:nvGrpSpPr>
        <p:grpSpPr>
          <a:xfrm>
            <a:off x="8010427" y="3167503"/>
            <a:ext cx="278795" cy="351615"/>
            <a:chOff x="8010427" y="3348503"/>
            <a:chExt cx="278795" cy="351615"/>
          </a:xfrm>
        </p:grpSpPr>
        <p:sp>
          <p:nvSpPr>
            <p:cNvPr id="8713" name="Google Shape;8713;p6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7" name="Google Shape;8717;p6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8" name="Google Shape;8718;p61"/>
          <p:cNvGrpSpPr/>
          <p:nvPr/>
        </p:nvGrpSpPr>
        <p:grpSpPr>
          <a:xfrm>
            <a:off x="7141900" y="3168204"/>
            <a:ext cx="281057" cy="351010"/>
            <a:chOff x="7141900" y="3349204"/>
            <a:chExt cx="281057" cy="351010"/>
          </a:xfrm>
        </p:grpSpPr>
        <p:sp>
          <p:nvSpPr>
            <p:cNvPr id="8719" name="Google Shape;8719;p6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1"/>
          <p:cNvGrpSpPr/>
          <p:nvPr/>
        </p:nvGrpSpPr>
        <p:grpSpPr>
          <a:xfrm>
            <a:off x="5314188" y="3169032"/>
            <a:ext cx="363752" cy="353113"/>
            <a:chOff x="5314188" y="3350032"/>
            <a:chExt cx="363752" cy="353113"/>
          </a:xfrm>
        </p:grpSpPr>
        <p:sp>
          <p:nvSpPr>
            <p:cNvPr id="8723" name="Google Shape;8723;p6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1"/>
          <p:cNvGrpSpPr/>
          <p:nvPr/>
        </p:nvGrpSpPr>
        <p:grpSpPr>
          <a:xfrm>
            <a:off x="5829984" y="3169032"/>
            <a:ext cx="220755" cy="352348"/>
            <a:chOff x="5829984" y="3350032"/>
            <a:chExt cx="220755" cy="352348"/>
          </a:xfrm>
        </p:grpSpPr>
        <p:sp>
          <p:nvSpPr>
            <p:cNvPr id="8726" name="Google Shape;8726;p6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1"/>
          <p:cNvGrpSpPr/>
          <p:nvPr/>
        </p:nvGrpSpPr>
        <p:grpSpPr>
          <a:xfrm>
            <a:off x="4882170" y="3168841"/>
            <a:ext cx="358464" cy="352316"/>
            <a:chOff x="4882170" y="3349841"/>
            <a:chExt cx="358464" cy="352316"/>
          </a:xfrm>
        </p:grpSpPr>
        <p:sp>
          <p:nvSpPr>
            <p:cNvPr id="8731" name="Google Shape;8731;p6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3" name="Google Shape;8733;p6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61"/>
          <p:cNvGrpSpPr/>
          <p:nvPr/>
        </p:nvGrpSpPr>
        <p:grpSpPr>
          <a:xfrm>
            <a:off x="3044965" y="2254220"/>
            <a:ext cx="400194" cy="324316"/>
            <a:chOff x="3044965" y="2435220"/>
            <a:chExt cx="400194" cy="324316"/>
          </a:xfrm>
        </p:grpSpPr>
        <p:sp>
          <p:nvSpPr>
            <p:cNvPr id="8736" name="Google Shape;8736;p6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61"/>
          <p:cNvGrpSpPr/>
          <p:nvPr/>
        </p:nvGrpSpPr>
        <p:grpSpPr>
          <a:xfrm>
            <a:off x="6203579" y="3167981"/>
            <a:ext cx="351615" cy="350373"/>
            <a:chOff x="6203579" y="3348981"/>
            <a:chExt cx="351615" cy="350373"/>
          </a:xfrm>
        </p:grpSpPr>
        <p:sp>
          <p:nvSpPr>
            <p:cNvPr id="8740" name="Google Shape;8740;p6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61"/>
          <p:cNvGrpSpPr/>
          <p:nvPr/>
        </p:nvGrpSpPr>
        <p:grpSpPr>
          <a:xfrm>
            <a:off x="4878379" y="2292892"/>
            <a:ext cx="367161" cy="287523"/>
            <a:chOff x="4878379" y="2473892"/>
            <a:chExt cx="367161" cy="287523"/>
          </a:xfrm>
        </p:grpSpPr>
        <p:sp>
          <p:nvSpPr>
            <p:cNvPr id="8746" name="Google Shape;8746;p6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61"/>
          <p:cNvGrpSpPr/>
          <p:nvPr/>
        </p:nvGrpSpPr>
        <p:grpSpPr>
          <a:xfrm>
            <a:off x="1325719" y="2706689"/>
            <a:ext cx="290581" cy="372481"/>
            <a:chOff x="1325719" y="2887689"/>
            <a:chExt cx="290581" cy="372481"/>
          </a:xfrm>
        </p:grpSpPr>
        <p:sp>
          <p:nvSpPr>
            <p:cNvPr id="8752" name="Google Shape;8752;p6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4" name="Google Shape;8754;p6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5" name="Google Shape;8755;p61"/>
          <p:cNvGrpSpPr/>
          <p:nvPr/>
        </p:nvGrpSpPr>
        <p:grpSpPr>
          <a:xfrm>
            <a:off x="3510335" y="2711499"/>
            <a:ext cx="360726" cy="361204"/>
            <a:chOff x="3510335" y="2892499"/>
            <a:chExt cx="360726" cy="361204"/>
          </a:xfrm>
        </p:grpSpPr>
        <p:sp>
          <p:nvSpPr>
            <p:cNvPr id="8756" name="Google Shape;8756;p6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61"/>
          <p:cNvGrpSpPr/>
          <p:nvPr/>
        </p:nvGrpSpPr>
        <p:grpSpPr>
          <a:xfrm>
            <a:off x="3086313" y="2696049"/>
            <a:ext cx="320143" cy="392581"/>
            <a:chOff x="3086313" y="2877049"/>
            <a:chExt cx="320143" cy="392581"/>
          </a:xfrm>
        </p:grpSpPr>
        <p:sp>
          <p:nvSpPr>
            <p:cNvPr id="8762" name="Google Shape;8762;p6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4" name="Google Shape;8774;p6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5" name="Google Shape;8775;p61"/>
          <p:cNvGrpSpPr/>
          <p:nvPr/>
        </p:nvGrpSpPr>
        <p:grpSpPr>
          <a:xfrm>
            <a:off x="861113" y="2704746"/>
            <a:ext cx="333809" cy="373277"/>
            <a:chOff x="861113" y="2885746"/>
            <a:chExt cx="333809" cy="373277"/>
          </a:xfrm>
        </p:grpSpPr>
        <p:sp>
          <p:nvSpPr>
            <p:cNvPr id="8776" name="Google Shape;8776;p6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9" name="Google Shape;8779;p6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1" name="Google Shape;8781;p61"/>
          <p:cNvGrpSpPr/>
          <p:nvPr/>
        </p:nvGrpSpPr>
        <p:grpSpPr>
          <a:xfrm>
            <a:off x="1297654" y="1323481"/>
            <a:ext cx="349354" cy="362223"/>
            <a:chOff x="1297654" y="1504481"/>
            <a:chExt cx="349354" cy="362223"/>
          </a:xfrm>
        </p:grpSpPr>
        <p:sp>
          <p:nvSpPr>
            <p:cNvPr id="8782" name="Google Shape;8782;p6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5" name="Google Shape;8785;p6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6" name="Google Shape;8786;p61"/>
          <p:cNvGrpSpPr/>
          <p:nvPr/>
        </p:nvGrpSpPr>
        <p:grpSpPr>
          <a:xfrm>
            <a:off x="852385" y="1329916"/>
            <a:ext cx="353145" cy="351998"/>
            <a:chOff x="852385" y="1510916"/>
            <a:chExt cx="353145" cy="351998"/>
          </a:xfrm>
        </p:grpSpPr>
        <p:sp>
          <p:nvSpPr>
            <p:cNvPr id="8787" name="Google Shape;8787;p6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61"/>
          <p:cNvGrpSpPr/>
          <p:nvPr/>
        </p:nvGrpSpPr>
        <p:grpSpPr>
          <a:xfrm>
            <a:off x="1745217" y="1334471"/>
            <a:ext cx="343269" cy="342505"/>
            <a:chOff x="1745217" y="1515471"/>
            <a:chExt cx="343269" cy="342505"/>
          </a:xfrm>
        </p:grpSpPr>
        <p:sp>
          <p:nvSpPr>
            <p:cNvPr id="8791" name="Google Shape;8791;p6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5" name="Google Shape;8795;p6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6" name="Google Shape;8796;p61"/>
          <p:cNvGrpSpPr/>
          <p:nvPr/>
        </p:nvGrpSpPr>
        <p:grpSpPr>
          <a:xfrm>
            <a:off x="3042703" y="1348137"/>
            <a:ext cx="411535" cy="315587"/>
            <a:chOff x="3042703" y="1529137"/>
            <a:chExt cx="411535" cy="315587"/>
          </a:xfrm>
        </p:grpSpPr>
        <p:sp>
          <p:nvSpPr>
            <p:cNvPr id="8797" name="Google Shape;8797;p6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61"/>
          <p:cNvGrpSpPr/>
          <p:nvPr/>
        </p:nvGrpSpPr>
        <p:grpSpPr>
          <a:xfrm>
            <a:off x="2629289" y="1363682"/>
            <a:ext cx="350501" cy="284497"/>
            <a:chOff x="2629289" y="1544682"/>
            <a:chExt cx="350501" cy="284497"/>
          </a:xfrm>
        </p:grpSpPr>
        <p:sp>
          <p:nvSpPr>
            <p:cNvPr id="8808" name="Google Shape;8808;p6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1"/>
          <p:cNvGrpSpPr/>
          <p:nvPr/>
        </p:nvGrpSpPr>
        <p:grpSpPr>
          <a:xfrm>
            <a:off x="5305077" y="1321633"/>
            <a:ext cx="367893" cy="365218"/>
            <a:chOff x="5305077" y="1502633"/>
            <a:chExt cx="367893" cy="365218"/>
          </a:xfrm>
        </p:grpSpPr>
        <p:sp>
          <p:nvSpPr>
            <p:cNvPr id="8814" name="Google Shape;8814;p6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61"/>
          <p:cNvGrpSpPr/>
          <p:nvPr/>
        </p:nvGrpSpPr>
        <p:grpSpPr>
          <a:xfrm>
            <a:off x="7100170" y="1319117"/>
            <a:ext cx="368308" cy="367033"/>
            <a:chOff x="7100170" y="1500117"/>
            <a:chExt cx="368308" cy="367033"/>
          </a:xfrm>
        </p:grpSpPr>
        <p:sp>
          <p:nvSpPr>
            <p:cNvPr id="8817" name="Google Shape;8817;p6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0" name="Google Shape;8830;p6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1" name="Google Shape;8831;p61"/>
          <p:cNvGrpSpPr/>
          <p:nvPr/>
        </p:nvGrpSpPr>
        <p:grpSpPr>
          <a:xfrm>
            <a:off x="6649231" y="1319021"/>
            <a:ext cx="390287" cy="367065"/>
            <a:chOff x="6649231" y="1500021"/>
            <a:chExt cx="390287" cy="367065"/>
          </a:xfrm>
        </p:grpSpPr>
        <p:sp>
          <p:nvSpPr>
            <p:cNvPr id="8832" name="Google Shape;8832;p6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1"/>
          <p:cNvGrpSpPr/>
          <p:nvPr/>
        </p:nvGrpSpPr>
        <p:grpSpPr>
          <a:xfrm>
            <a:off x="5746938" y="1362503"/>
            <a:ext cx="387261" cy="280356"/>
            <a:chOff x="5746938" y="1543503"/>
            <a:chExt cx="387261" cy="280356"/>
          </a:xfrm>
        </p:grpSpPr>
        <p:sp>
          <p:nvSpPr>
            <p:cNvPr id="8845" name="Google Shape;8845;p6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61"/>
          <p:cNvGrpSpPr/>
          <p:nvPr/>
        </p:nvGrpSpPr>
        <p:grpSpPr>
          <a:xfrm>
            <a:off x="6196730" y="1344346"/>
            <a:ext cx="369072" cy="317467"/>
            <a:chOff x="6196730" y="1525346"/>
            <a:chExt cx="369072" cy="317467"/>
          </a:xfrm>
        </p:grpSpPr>
        <p:sp>
          <p:nvSpPr>
            <p:cNvPr id="8848" name="Google Shape;8848;p6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1"/>
          <p:cNvGrpSpPr/>
          <p:nvPr/>
        </p:nvGrpSpPr>
        <p:grpSpPr>
          <a:xfrm>
            <a:off x="4940592" y="1319690"/>
            <a:ext cx="246558" cy="367161"/>
            <a:chOff x="4940592" y="1500690"/>
            <a:chExt cx="246558" cy="367161"/>
          </a:xfrm>
        </p:grpSpPr>
        <p:sp>
          <p:nvSpPr>
            <p:cNvPr id="8852" name="Google Shape;8852;p6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1"/>
          <p:cNvGrpSpPr/>
          <p:nvPr/>
        </p:nvGrpSpPr>
        <p:grpSpPr>
          <a:xfrm>
            <a:off x="7964906" y="1318894"/>
            <a:ext cx="380858" cy="367575"/>
            <a:chOff x="7964906" y="1499894"/>
            <a:chExt cx="380858" cy="367575"/>
          </a:xfrm>
        </p:grpSpPr>
        <p:sp>
          <p:nvSpPr>
            <p:cNvPr id="8857" name="Google Shape;8857;p6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0" name="Google Shape;8860;p6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1" name="Google Shape;8861;p61"/>
          <p:cNvGrpSpPr/>
          <p:nvPr/>
        </p:nvGrpSpPr>
        <p:grpSpPr>
          <a:xfrm>
            <a:off x="8007400" y="2721278"/>
            <a:ext cx="285230" cy="355597"/>
            <a:chOff x="8007400" y="2902278"/>
            <a:chExt cx="285230" cy="355597"/>
          </a:xfrm>
        </p:grpSpPr>
        <p:sp>
          <p:nvSpPr>
            <p:cNvPr id="8862" name="Google Shape;8862;p6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1"/>
          <p:cNvGrpSpPr/>
          <p:nvPr/>
        </p:nvGrpSpPr>
        <p:grpSpPr>
          <a:xfrm>
            <a:off x="6219124" y="2721788"/>
            <a:ext cx="318231" cy="355470"/>
            <a:chOff x="6219124" y="2902788"/>
            <a:chExt cx="318231" cy="355470"/>
          </a:xfrm>
        </p:grpSpPr>
        <p:sp>
          <p:nvSpPr>
            <p:cNvPr id="8865" name="Google Shape;8865;p6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1"/>
          <p:cNvGrpSpPr/>
          <p:nvPr/>
        </p:nvGrpSpPr>
        <p:grpSpPr>
          <a:xfrm>
            <a:off x="4969421" y="2721852"/>
            <a:ext cx="185109" cy="355406"/>
            <a:chOff x="4969421" y="2902852"/>
            <a:chExt cx="185109" cy="355406"/>
          </a:xfrm>
        </p:grpSpPr>
        <p:sp>
          <p:nvSpPr>
            <p:cNvPr id="8869" name="Google Shape;8869;p6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5" name="Google Shape;8875;p6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61"/>
          <p:cNvGrpSpPr/>
          <p:nvPr/>
        </p:nvGrpSpPr>
        <p:grpSpPr>
          <a:xfrm>
            <a:off x="6685259" y="2721852"/>
            <a:ext cx="311414" cy="355406"/>
            <a:chOff x="6685259" y="2902852"/>
            <a:chExt cx="311414" cy="355406"/>
          </a:xfrm>
        </p:grpSpPr>
        <p:sp>
          <p:nvSpPr>
            <p:cNvPr id="8878" name="Google Shape;8878;p6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1"/>
          <p:cNvGrpSpPr/>
          <p:nvPr/>
        </p:nvGrpSpPr>
        <p:grpSpPr>
          <a:xfrm>
            <a:off x="5309250" y="2722170"/>
            <a:ext cx="359579" cy="355852"/>
            <a:chOff x="5309250" y="2903170"/>
            <a:chExt cx="359579" cy="355852"/>
          </a:xfrm>
        </p:grpSpPr>
        <p:sp>
          <p:nvSpPr>
            <p:cNvPr id="8882" name="Google Shape;8882;p6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1"/>
          <p:cNvGrpSpPr/>
          <p:nvPr/>
        </p:nvGrpSpPr>
        <p:grpSpPr>
          <a:xfrm>
            <a:off x="2199565" y="2240172"/>
            <a:ext cx="312179" cy="353431"/>
            <a:chOff x="2199565" y="2421172"/>
            <a:chExt cx="312179" cy="353431"/>
          </a:xfrm>
        </p:grpSpPr>
        <p:sp>
          <p:nvSpPr>
            <p:cNvPr id="8886" name="Google Shape;8886;p6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61"/>
          <p:cNvGrpSpPr/>
          <p:nvPr/>
        </p:nvGrpSpPr>
        <p:grpSpPr>
          <a:xfrm>
            <a:off x="1750887" y="2244727"/>
            <a:ext cx="320143" cy="343269"/>
            <a:chOff x="1750887" y="2425727"/>
            <a:chExt cx="320143" cy="343269"/>
          </a:xfrm>
        </p:grpSpPr>
        <p:sp>
          <p:nvSpPr>
            <p:cNvPr id="8889" name="Google Shape;8889;p6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61"/>
          <p:cNvGrpSpPr/>
          <p:nvPr/>
        </p:nvGrpSpPr>
        <p:grpSpPr>
          <a:xfrm>
            <a:off x="1298037" y="2244727"/>
            <a:ext cx="338364" cy="342887"/>
            <a:chOff x="1298037" y="2425727"/>
            <a:chExt cx="338364" cy="342887"/>
          </a:xfrm>
        </p:grpSpPr>
        <p:sp>
          <p:nvSpPr>
            <p:cNvPr id="8892" name="Google Shape;8892;p6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6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7" name="Google Shape;8897;p61"/>
          <p:cNvGrpSpPr/>
          <p:nvPr/>
        </p:nvGrpSpPr>
        <p:grpSpPr>
          <a:xfrm>
            <a:off x="3974207" y="2248009"/>
            <a:ext cx="320143" cy="338491"/>
            <a:chOff x="3974207" y="2429009"/>
            <a:chExt cx="320143" cy="338491"/>
          </a:xfrm>
        </p:grpSpPr>
        <p:sp>
          <p:nvSpPr>
            <p:cNvPr id="8898" name="Google Shape;8898;p6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61"/>
          <p:cNvGrpSpPr/>
          <p:nvPr/>
        </p:nvGrpSpPr>
        <p:grpSpPr>
          <a:xfrm>
            <a:off x="2623237" y="2250047"/>
            <a:ext cx="355024" cy="332630"/>
            <a:chOff x="2623237" y="2431047"/>
            <a:chExt cx="355024" cy="332630"/>
          </a:xfrm>
        </p:grpSpPr>
        <p:sp>
          <p:nvSpPr>
            <p:cNvPr id="8901" name="Google Shape;8901;p6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61"/>
          <p:cNvGrpSpPr/>
          <p:nvPr/>
        </p:nvGrpSpPr>
        <p:grpSpPr>
          <a:xfrm>
            <a:off x="6657194" y="2253073"/>
            <a:ext cx="375507" cy="367925"/>
            <a:chOff x="6657194" y="2434073"/>
            <a:chExt cx="375507" cy="367925"/>
          </a:xfrm>
        </p:grpSpPr>
        <p:sp>
          <p:nvSpPr>
            <p:cNvPr id="8906" name="Google Shape;8906;p6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1"/>
          <p:cNvGrpSpPr/>
          <p:nvPr/>
        </p:nvGrpSpPr>
        <p:grpSpPr>
          <a:xfrm>
            <a:off x="7101317" y="2260655"/>
            <a:ext cx="367925" cy="352380"/>
            <a:chOff x="7101317" y="2441655"/>
            <a:chExt cx="367925" cy="352380"/>
          </a:xfrm>
        </p:grpSpPr>
        <p:sp>
          <p:nvSpPr>
            <p:cNvPr id="8910" name="Google Shape;8910;p6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1"/>
          <p:cNvGrpSpPr/>
          <p:nvPr/>
        </p:nvGrpSpPr>
        <p:grpSpPr>
          <a:xfrm>
            <a:off x="5756399" y="2253456"/>
            <a:ext cx="367925" cy="367161"/>
            <a:chOff x="5756399" y="2434456"/>
            <a:chExt cx="367925" cy="367161"/>
          </a:xfrm>
        </p:grpSpPr>
        <p:sp>
          <p:nvSpPr>
            <p:cNvPr id="8913" name="Google Shape;8913;p6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0" name="Google Shape;8920;p6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2" name="Google Shape;8922;p61"/>
          <p:cNvGrpSpPr/>
          <p:nvPr/>
        </p:nvGrpSpPr>
        <p:grpSpPr>
          <a:xfrm>
            <a:off x="7964906" y="2253073"/>
            <a:ext cx="373627" cy="367925"/>
            <a:chOff x="7964906" y="2434073"/>
            <a:chExt cx="373627" cy="367925"/>
          </a:xfrm>
        </p:grpSpPr>
        <p:sp>
          <p:nvSpPr>
            <p:cNvPr id="8923" name="Google Shape;8923;p6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1"/>
          <p:cNvGrpSpPr/>
          <p:nvPr/>
        </p:nvGrpSpPr>
        <p:grpSpPr>
          <a:xfrm>
            <a:off x="6194086" y="2256737"/>
            <a:ext cx="369837" cy="360471"/>
            <a:chOff x="6194086" y="2437737"/>
            <a:chExt cx="369837" cy="360471"/>
          </a:xfrm>
        </p:grpSpPr>
        <p:sp>
          <p:nvSpPr>
            <p:cNvPr id="8926" name="Google Shape;8926;p6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8" name="Google Shape;8928;p6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8929" name="Google Shape;8929;p6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33" name="Shape 8933"/>
        <p:cNvGrpSpPr/>
        <p:nvPr/>
      </p:nvGrpSpPr>
      <p:grpSpPr>
        <a:xfrm>
          <a:off x="0" y="0"/>
          <a:ext cx="0" cy="0"/>
          <a:chOff x="0" y="0"/>
          <a:chExt cx="0" cy="0"/>
        </a:xfrm>
      </p:grpSpPr>
      <p:grpSp>
        <p:nvGrpSpPr>
          <p:cNvPr id="8934" name="Google Shape;8934;p62"/>
          <p:cNvGrpSpPr/>
          <p:nvPr/>
        </p:nvGrpSpPr>
        <p:grpSpPr>
          <a:xfrm>
            <a:off x="3122257" y="1334344"/>
            <a:ext cx="294850" cy="349434"/>
            <a:chOff x="3122257" y="1508594"/>
            <a:chExt cx="294850" cy="349434"/>
          </a:xfrm>
        </p:grpSpPr>
        <p:sp>
          <p:nvSpPr>
            <p:cNvPr id="8935" name="Google Shape;8935;p6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2"/>
          <p:cNvGrpSpPr/>
          <p:nvPr/>
        </p:nvGrpSpPr>
        <p:grpSpPr>
          <a:xfrm>
            <a:off x="910723" y="1333962"/>
            <a:ext cx="251660" cy="350166"/>
            <a:chOff x="910723" y="1508212"/>
            <a:chExt cx="251660" cy="350166"/>
          </a:xfrm>
        </p:grpSpPr>
        <p:sp>
          <p:nvSpPr>
            <p:cNvPr id="8941" name="Google Shape;8941;p6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2"/>
          <p:cNvGrpSpPr/>
          <p:nvPr/>
        </p:nvGrpSpPr>
        <p:grpSpPr>
          <a:xfrm>
            <a:off x="1308631" y="1333580"/>
            <a:ext cx="350166" cy="350198"/>
            <a:chOff x="1308631" y="1507830"/>
            <a:chExt cx="350166" cy="350198"/>
          </a:xfrm>
        </p:grpSpPr>
        <p:sp>
          <p:nvSpPr>
            <p:cNvPr id="8959" name="Google Shape;8959;p6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2"/>
          <p:cNvGrpSpPr/>
          <p:nvPr/>
        </p:nvGrpSpPr>
        <p:grpSpPr>
          <a:xfrm>
            <a:off x="1756921" y="1335489"/>
            <a:ext cx="345997" cy="345997"/>
            <a:chOff x="1756921" y="1509739"/>
            <a:chExt cx="345997" cy="345997"/>
          </a:xfrm>
        </p:grpSpPr>
        <p:sp>
          <p:nvSpPr>
            <p:cNvPr id="8964" name="Google Shape;8964;p6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62"/>
          <p:cNvGrpSpPr/>
          <p:nvPr/>
        </p:nvGrpSpPr>
        <p:grpSpPr>
          <a:xfrm>
            <a:off x="2216956" y="1336253"/>
            <a:ext cx="318721" cy="345615"/>
            <a:chOff x="2216956" y="1510503"/>
            <a:chExt cx="318721" cy="345615"/>
          </a:xfrm>
        </p:grpSpPr>
        <p:sp>
          <p:nvSpPr>
            <p:cNvPr id="8982" name="Google Shape;8982;p6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2"/>
          <p:cNvGrpSpPr/>
          <p:nvPr/>
        </p:nvGrpSpPr>
        <p:grpSpPr>
          <a:xfrm>
            <a:off x="3988156" y="1394211"/>
            <a:ext cx="349052" cy="230049"/>
            <a:chOff x="3988156" y="1568461"/>
            <a:chExt cx="349052" cy="230049"/>
          </a:xfrm>
        </p:grpSpPr>
        <p:sp>
          <p:nvSpPr>
            <p:cNvPr id="8988" name="Google Shape;8988;p6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62"/>
          <p:cNvGrpSpPr/>
          <p:nvPr/>
        </p:nvGrpSpPr>
        <p:grpSpPr>
          <a:xfrm>
            <a:off x="2633037" y="1325623"/>
            <a:ext cx="379002" cy="366112"/>
            <a:chOff x="2633037" y="1499873"/>
            <a:chExt cx="379002" cy="366112"/>
          </a:xfrm>
        </p:grpSpPr>
        <p:sp>
          <p:nvSpPr>
            <p:cNvPr id="8996" name="Google Shape;8996;p6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2"/>
          <p:cNvGrpSpPr/>
          <p:nvPr/>
        </p:nvGrpSpPr>
        <p:grpSpPr>
          <a:xfrm>
            <a:off x="6675256" y="1341919"/>
            <a:ext cx="327823" cy="357009"/>
            <a:chOff x="6675256" y="1516169"/>
            <a:chExt cx="327823" cy="357009"/>
          </a:xfrm>
        </p:grpSpPr>
        <p:sp>
          <p:nvSpPr>
            <p:cNvPr id="9003" name="Google Shape;9003;p6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2"/>
          <p:cNvGrpSpPr/>
          <p:nvPr/>
        </p:nvGrpSpPr>
        <p:grpSpPr>
          <a:xfrm>
            <a:off x="8020159" y="1342301"/>
            <a:ext cx="300897" cy="356627"/>
            <a:chOff x="8020159" y="1516551"/>
            <a:chExt cx="300897" cy="356627"/>
          </a:xfrm>
        </p:grpSpPr>
        <p:sp>
          <p:nvSpPr>
            <p:cNvPr id="9013" name="Google Shape;9013;p6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2"/>
          <p:cNvGrpSpPr/>
          <p:nvPr/>
        </p:nvGrpSpPr>
        <p:grpSpPr>
          <a:xfrm>
            <a:off x="5377363" y="1341919"/>
            <a:ext cx="257357" cy="356627"/>
            <a:chOff x="5377363" y="1516169"/>
            <a:chExt cx="257357" cy="356627"/>
          </a:xfrm>
        </p:grpSpPr>
        <p:sp>
          <p:nvSpPr>
            <p:cNvPr id="9019" name="Google Shape;9019;p6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2"/>
          <p:cNvGrpSpPr/>
          <p:nvPr/>
        </p:nvGrpSpPr>
        <p:grpSpPr>
          <a:xfrm>
            <a:off x="4880567" y="1361620"/>
            <a:ext cx="356245" cy="317607"/>
            <a:chOff x="4880567" y="1535870"/>
            <a:chExt cx="356245" cy="317607"/>
          </a:xfrm>
        </p:grpSpPr>
        <p:sp>
          <p:nvSpPr>
            <p:cNvPr id="9037" name="Google Shape;9037;p6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2"/>
          <p:cNvGrpSpPr/>
          <p:nvPr/>
        </p:nvGrpSpPr>
        <p:grpSpPr>
          <a:xfrm>
            <a:off x="5771483" y="1341537"/>
            <a:ext cx="357359" cy="357391"/>
            <a:chOff x="5771483" y="1515787"/>
            <a:chExt cx="357359" cy="357391"/>
          </a:xfrm>
        </p:grpSpPr>
        <p:sp>
          <p:nvSpPr>
            <p:cNvPr id="9043" name="Google Shape;9043;p6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62"/>
          <p:cNvGrpSpPr/>
          <p:nvPr/>
        </p:nvGrpSpPr>
        <p:grpSpPr>
          <a:xfrm>
            <a:off x="7121669" y="1359360"/>
            <a:ext cx="321362" cy="321362"/>
            <a:chOff x="7121669" y="1533610"/>
            <a:chExt cx="321362" cy="321362"/>
          </a:xfrm>
        </p:grpSpPr>
        <p:sp>
          <p:nvSpPr>
            <p:cNvPr id="9048" name="Google Shape;9048;p6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2"/>
          <p:cNvGrpSpPr/>
          <p:nvPr/>
        </p:nvGrpSpPr>
        <p:grpSpPr>
          <a:xfrm>
            <a:off x="7562766" y="1340614"/>
            <a:ext cx="327059" cy="360192"/>
            <a:chOff x="7562766" y="1514864"/>
            <a:chExt cx="327059" cy="360192"/>
          </a:xfrm>
        </p:grpSpPr>
        <p:sp>
          <p:nvSpPr>
            <p:cNvPr id="9053" name="Google Shape;9053;p6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2"/>
          <p:cNvGrpSpPr/>
          <p:nvPr/>
        </p:nvGrpSpPr>
        <p:grpSpPr>
          <a:xfrm>
            <a:off x="6221229" y="1324423"/>
            <a:ext cx="361636" cy="362183"/>
            <a:chOff x="6259175" y="1559008"/>
            <a:chExt cx="271743" cy="272093"/>
          </a:xfrm>
        </p:grpSpPr>
        <p:sp>
          <p:nvSpPr>
            <p:cNvPr id="9058" name="Google Shape;9058;p6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62"/>
          <p:cNvGrpSpPr/>
          <p:nvPr/>
        </p:nvGrpSpPr>
        <p:grpSpPr>
          <a:xfrm>
            <a:off x="6671087" y="1835054"/>
            <a:ext cx="332757" cy="281833"/>
            <a:chOff x="6671087" y="2009304"/>
            <a:chExt cx="332757" cy="281833"/>
          </a:xfrm>
        </p:grpSpPr>
        <p:sp>
          <p:nvSpPr>
            <p:cNvPr id="9076" name="Google Shape;9076;p6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8" name="Google Shape;9078;p6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9" name="Google Shape;9079;p62"/>
          <p:cNvGrpSpPr/>
          <p:nvPr/>
        </p:nvGrpSpPr>
        <p:grpSpPr>
          <a:xfrm>
            <a:off x="2201806" y="1802335"/>
            <a:ext cx="349784" cy="349434"/>
            <a:chOff x="2201806" y="1976585"/>
            <a:chExt cx="349784" cy="349434"/>
          </a:xfrm>
        </p:grpSpPr>
        <p:sp>
          <p:nvSpPr>
            <p:cNvPr id="9080" name="Google Shape;9080;p6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2"/>
          <p:cNvGrpSpPr/>
          <p:nvPr/>
        </p:nvGrpSpPr>
        <p:grpSpPr>
          <a:xfrm>
            <a:off x="3094217" y="1802335"/>
            <a:ext cx="350198" cy="350548"/>
            <a:chOff x="3094217" y="1976585"/>
            <a:chExt cx="350198" cy="350548"/>
          </a:xfrm>
        </p:grpSpPr>
        <p:sp>
          <p:nvSpPr>
            <p:cNvPr id="9085" name="Google Shape;9085;p6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8" name="Google Shape;9098;p6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9" name="Google Shape;9099;p62"/>
          <p:cNvGrpSpPr/>
          <p:nvPr/>
        </p:nvGrpSpPr>
        <p:grpSpPr>
          <a:xfrm>
            <a:off x="3979435" y="1802335"/>
            <a:ext cx="345265" cy="349848"/>
            <a:chOff x="3979435" y="1976585"/>
            <a:chExt cx="345265" cy="349848"/>
          </a:xfrm>
        </p:grpSpPr>
        <p:sp>
          <p:nvSpPr>
            <p:cNvPr id="9100" name="Google Shape;9100;p6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2"/>
          <p:cNvGrpSpPr/>
          <p:nvPr/>
        </p:nvGrpSpPr>
        <p:grpSpPr>
          <a:xfrm>
            <a:off x="3541011" y="1334344"/>
            <a:ext cx="350166" cy="349434"/>
            <a:chOff x="3541011" y="1508594"/>
            <a:chExt cx="350166" cy="349434"/>
          </a:xfrm>
        </p:grpSpPr>
        <p:sp>
          <p:nvSpPr>
            <p:cNvPr id="9118" name="Google Shape;9118;p6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62"/>
          <p:cNvGrpSpPr/>
          <p:nvPr/>
        </p:nvGrpSpPr>
        <p:grpSpPr>
          <a:xfrm>
            <a:off x="3576626" y="1801571"/>
            <a:ext cx="284251" cy="351694"/>
            <a:chOff x="3576626" y="1975821"/>
            <a:chExt cx="284251" cy="351694"/>
          </a:xfrm>
        </p:grpSpPr>
        <p:sp>
          <p:nvSpPr>
            <p:cNvPr id="9132" name="Google Shape;9132;p6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2"/>
          <p:cNvGrpSpPr/>
          <p:nvPr/>
        </p:nvGrpSpPr>
        <p:grpSpPr>
          <a:xfrm>
            <a:off x="2722090" y="2715912"/>
            <a:ext cx="238770" cy="371841"/>
            <a:chOff x="2722090" y="2890162"/>
            <a:chExt cx="238770" cy="371841"/>
          </a:xfrm>
        </p:grpSpPr>
        <p:sp>
          <p:nvSpPr>
            <p:cNvPr id="9136" name="Google Shape;9136;p6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9" name="Google Shape;9139;p6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0" name="Google Shape;9140;p62"/>
          <p:cNvGrpSpPr/>
          <p:nvPr/>
        </p:nvGrpSpPr>
        <p:grpSpPr>
          <a:xfrm>
            <a:off x="6216367" y="1795906"/>
            <a:ext cx="361147" cy="361147"/>
            <a:chOff x="6216367" y="1970156"/>
            <a:chExt cx="361147" cy="361147"/>
          </a:xfrm>
        </p:grpSpPr>
        <p:sp>
          <p:nvSpPr>
            <p:cNvPr id="9141" name="Google Shape;9141;p6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2"/>
          <p:cNvGrpSpPr/>
          <p:nvPr/>
        </p:nvGrpSpPr>
        <p:grpSpPr>
          <a:xfrm>
            <a:off x="1289311" y="2751972"/>
            <a:ext cx="408156" cy="299783"/>
            <a:chOff x="1289311" y="2926222"/>
            <a:chExt cx="408156" cy="299783"/>
          </a:xfrm>
        </p:grpSpPr>
        <p:sp>
          <p:nvSpPr>
            <p:cNvPr id="9146" name="Google Shape;9146;p6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62"/>
          <p:cNvGrpSpPr/>
          <p:nvPr/>
        </p:nvGrpSpPr>
        <p:grpSpPr>
          <a:xfrm>
            <a:off x="7978465" y="1795142"/>
            <a:ext cx="361147" cy="360797"/>
            <a:chOff x="7978465" y="1969392"/>
            <a:chExt cx="361147" cy="360797"/>
          </a:xfrm>
        </p:grpSpPr>
        <p:sp>
          <p:nvSpPr>
            <p:cNvPr id="9149" name="Google Shape;9149;p6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8" name="Google Shape;9158;p6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9" name="Google Shape;9159;p62"/>
          <p:cNvGrpSpPr/>
          <p:nvPr/>
        </p:nvGrpSpPr>
        <p:grpSpPr>
          <a:xfrm>
            <a:off x="854261" y="2734563"/>
            <a:ext cx="377474" cy="335748"/>
            <a:chOff x="854261" y="2908813"/>
            <a:chExt cx="377474" cy="335748"/>
          </a:xfrm>
        </p:grpSpPr>
        <p:sp>
          <p:nvSpPr>
            <p:cNvPr id="9160" name="Google Shape;9160;p6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2"/>
          <p:cNvGrpSpPr/>
          <p:nvPr/>
        </p:nvGrpSpPr>
        <p:grpSpPr>
          <a:xfrm>
            <a:off x="1749728" y="2720527"/>
            <a:ext cx="386927" cy="363438"/>
            <a:chOff x="1749728" y="2894777"/>
            <a:chExt cx="386927" cy="363438"/>
          </a:xfrm>
        </p:grpSpPr>
        <p:sp>
          <p:nvSpPr>
            <p:cNvPr id="9166" name="Google Shape;9166;p6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62"/>
          <p:cNvGrpSpPr/>
          <p:nvPr/>
        </p:nvGrpSpPr>
        <p:grpSpPr>
          <a:xfrm>
            <a:off x="7098912" y="1795142"/>
            <a:ext cx="359651" cy="361560"/>
            <a:chOff x="7098912" y="1969392"/>
            <a:chExt cx="359651" cy="361560"/>
          </a:xfrm>
        </p:grpSpPr>
        <p:sp>
          <p:nvSpPr>
            <p:cNvPr id="9174" name="Google Shape;9174;p6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6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8" name="Google Shape;9188;p62"/>
          <p:cNvGrpSpPr/>
          <p:nvPr/>
        </p:nvGrpSpPr>
        <p:grpSpPr>
          <a:xfrm>
            <a:off x="5352728" y="1815989"/>
            <a:ext cx="327091" cy="322508"/>
            <a:chOff x="5352728" y="1990239"/>
            <a:chExt cx="327091" cy="322508"/>
          </a:xfrm>
        </p:grpSpPr>
        <p:sp>
          <p:nvSpPr>
            <p:cNvPr id="9189" name="Google Shape;9189;p6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62"/>
          <p:cNvGrpSpPr/>
          <p:nvPr/>
        </p:nvGrpSpPr>
        <p:grpSpPr>
          <a:xfrm>
            <a:off x="7538896" y="1795906"/>
            <a:ext cx="361147" cy="361529"/>
            <a:chOff x="7538896" y="1970156"/>
            <a:chExt cx="361147" cy="361529"/>
          </a:xfrm>
        </p:grpSpPr>
        <p:sp>
          <p:nvSpPr>
            <p:cNvPr id="9193" name="Google Shape;9193;p6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62"/>
          <p:cNvGrpSpPr/>
          <p:nvPr/>
        </p:nvGrpSpPr>
        <p:grpSpPr>
          <a:xfrm>
            <a:off x="4896099" y="1796670"/>
            <a:ext cx="358155" cy="358123"/>
            <a:chOff x="4896099" y="1970920"/>
            <a:chExt cx="358155" cy="358123"/>
          </a:xfrm>
        </p:grpSpPr>
        <p:sp>
          <p:nvSpPr>
            <p:cNvPr id="9200" name="Google Shape;9200;p6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2"/>
          <p:cNvGrpSpPr/>
          <p:nvPr/>
        </p:nvGrpSpPr>
        <p:grpSpPr>
          <a:xfrm>
            <a:off x="4048787" y="2802769"/>
            <a:ext cx="283488" cy="198604"/>
            <a:chOff x="4048787" y="2977019"/>
            <a:chExt cx="283488" cy="198604"/>
          </a:xfrm>
        </p:grpSpPr>
        <p:sp>
          <p:nvSpPr>
            <p:cNvPr id="9204" name="Google Shape;9204;p6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62"/>
          <p:cNvGrpSpPr/>
          <p:nvPr/>
        </p:nvGrpSpPr>
        <p:grpSpPr>
          <a:xfrm>
            <a:off x="4054103" y="2255941"/>
            <a:ext cx="218687" cy="349052"/>
            <a:chOff x="4054103" y="2430191"/>
            <a:chExt cx="218687" cy="349052"/>
          </a:xfrm>
        </p:grpSpPr>
        <p:sp>
          <p:nvSpPr>
            <p:cNvPr id="9211" name="Google Shape;9211;p6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62"/>
          <p:cNvGrpSpPr/>
          <p:nvPr/>
        </p:nvGrpSpPr>
        <p:grpSpPr>
          <a:xfrm>
            <a:off x="2185128" y="2253299"/>
            <a:ext cx="382758" cy="356595"/>
            <a:chOff x="2185128" y="2427549"/>
            <a:chExt cx="382758" cy="356595"/>
          </a:xfrm>
        </p:grpSpPr>
        <p:sp>
          <p:nvSpPr>
            <p:cNvPr id="9214" name="Google Shape;9214;p6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2"/>
          <p:cNvGrpSpPr/>
          <p:nvPr/>
        </p:nvGrpSpPr>
        <p:grpSpPr>
          <a:xfrm>
            <a:off x="2656907" y="2265043"/>
            <a:ext cx="332757" cy="332343"/>
            <a:chOff x="2656907" y="2439293"/>
            <a:chExt cx="332757" cy="332343"/>
          </a:xfrm>
        </p:grpSpPr>
        <p:sp>
          <p:nvSpPr>
            <p:cNvPr id="9219" name="Google Shape;9219;p6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62"/>
          <p:cNvGrpSpPr/>
          <p:nvPr/>
        </p:nvGrpSpPr>
        <p:grpSpPr>
          <a:xfrm>
            <a:off x="1731523" y="2248366"/>
            <a:ext cx="399435" cy="365698"/>
            <a:chOff x="1731523" y="2422616"/>
            <a:chExt cx="399435" cy="365698"/>
          </a:xfrm>
        </p:grpSpPr>
        <p:sp>
          <p:nvSpPr>
            <p:cNvPr id="9227" name="Google Shape;9227;p6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2"/>
          <p:cNvGrpSpPr/>
          <p:nvPr/>
        </p:nvGrpSpPr>
        <p:grpSpPr>
          <a:xfrm>
            <a:off x="3097241" y="2259314"/>
            <a:ext cx="344883" cy="343387"/>
            <a:chOff x="3097241" y="2433564"/>
            <a:chExt cx="344883" cy="343387"/>
          </a:xfrm>
        </p:grpSpPr>
        <p:sp>
          <p:nvSpPr>
            <p:cNvPr id="9231" name="Google Shape;9231;p6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2"/>
          <p:cNvGrpSpPr/>
          <p:nvPr/>
        </p:nvGrpSpPr>
        <p:grpSpPr>
          <a:xfrm>
            <a:off x="1278299" y="2265043"/>
            <a:ext cx="410829" cy="332343"/>
            <a:chOff x="1278299" y="2439293"/>
            <a:chExt cx="410829" cy="332343"/>
          </a:xfrm>
        </p:grpSpPr>
        <p:sp>
          <p:nvSpPr>
            <p:cNvPr id="9241" name="Google Shape;9241;p6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2"/>
          <p:cNvGrpSpPr/>
          <p:nvPr/>
        </p:nvGrpSpPr>
        <p:grpSpPr>
          <a:xfrm>
            <a:off x="2661459" y="1840751"/>
            <a:ext cx="322508" cy="273494"/>
            <a:chOff x="2661459" y="2015001"/>
            <a:chExt cx="322508" cy="273494"/>
          </a:xfrm>
        </p:grpSpPr>
        <p:sp>
          <p:nvSpPr>
            <p:cNvPr id="9250" name="Google Shape;9250;p6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62"/>
          <p:cNvGrpSpPr/>
          <p:nvPr/>
        </p:nvGrpSpPr>
        <p:grpSpPr>
          <a:xfrm>
            <a:off x="870939" y="2265043"/>
            <a:ext cx="331993" cy="331993"/>
            <a:chOff x="870939" y="2439293"/>
            <a:chExt cx="331993" cy="331993"/>
          </a:xfrm>
        </p:grpSpPr>
        <p:sp>
          <p:nvSpPr>
            <p:cNvPr id="9253" name="Google Shape;9253;p6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2"/>
          <p:cNvGrpSpPr/>
          <p:nvPr/>
        </p:nvGrpSpPr>
        <p:grpSpPr>
          <a:xfrm>
            <a:off x="6644957" y="2282103"/>
            <a:ext cx="371395" cy="278904"/>
            <a:chOff x="6644957" y="2456353"/>
            <a:chExt cx="371395" cy="278904"/>
          </a:xfrm>
        </p:grpSpPr>
        <p:sp>
          <p:nvSpPr>
            <p:cNvPr id="9270" name="Google Shape;9270;p6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2"/>
          <p:cNvGrpSpPr/>
          <p:nvPr/>
        </p:nvGrpSpPr>
        <p:grpSpPr>
          <a:xfrm>
            <a:off x="5388757" y="2240409"/>
            <a:ext cx="260349" cy="362292"/>
            <a:chOff x="5388757" y="2414659"/>
            <a:chExt cx="260349" cy="362292"/>
          </a:xfrm>
        </p:grpSpPr>
        <p:sp>
          <p:nvSpPr>
            <p:cNvPr id="9276" name="Google Shape;9276;p6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62"/>
          <p:cNvGrpSpPr/>
          <p:nvPr/>
        </p:nvGrpSpPr>
        <p:grpSpPr>
          <a:xfrm>
            <a:off x="3567142" y="2731507"/>
            <a:ext cx="348288" cy="340331"/>
            <a:chOff x="3567142" y="2905757"/>
            <a:chExt cx="348288" cy="340331"/>
          </a:xfrm>
        </p:grpSpPr>
        <p:sp>
          <p:nvSpPr>
            <p:cNvPr id="9297" name="Google Shape;9297;p6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62"/>
          <p:cNvGrpSpPr/>
          <p:nvPr/>
        </p:nvGrpSpPr>
        <p:grpSpPr>
          <a:xfrm>
            <a:off x="870939" y="1801571"/>
            <a:ext cx="332375" cy="350071"/>
            <a:chOff x="870939" y="1975821"/>
            <a:chExt cx="332375" cy="350071"/>
          </a:xfrm>
        </p:grpSpPr>
        <p:sp>
          <p:nvSpPr>
            <p:cNvPr id="9303" name="Google Shape;9303;p6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62"/>
          <p:cNvGrpSpPr/>
          <p:nvPr/>
        </p:nvGrpSpPr>
        <p:grpSpPr>
          <a:xfrm>
            <a:off x="7967103" y="2240791"/>
            <a:ext cx="355863" cy="361911"/>
            <a:chOff x="7967103" y="2415041"/>
            <a:chExt cx="355863" cy="361911"/>
          </a:xfrm>
        </p:grpSpPr>
        <p:sp>
          <p:nvSpPr>
            <p:cNvPr id="9308" name="Google Shape;9308;p6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62"/>
          <p:cNvGrpSpPr/>
          <p:nvPr/>
        </p:nvGrpSpPr>
        <p:grpSpPr>
          <a:xfrm>
            <a:off x="7529411" y="2240409"/>
            <a:ext cx="355863" cy="362292"/>
            <a:chOff x="7529411" y="2414659"/>
            <a:chExt cx="355863" cy="362292"/>
          </a:xfrm>
        </p:grpSpPr>
        <p:sp>
          <p:nvSpPr>
            <p:cNvPr id="9320" name="Google Shape;9320;p6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2"/>
          <p:cNvGrpSpPr/>
          <p:nvPr/>
        </p:nvGrpSpPr>
        <p:grpSpPr>
          <a:xfrm>
            <a:off x="5733194" y="2257468"/>
            <a:ext cx="446826" cy="327059"/>
            <a:chOff x="5733194" y="2431718"/>
            <a:chExt cx="446826" cy="327059"/>
          </a:xfrm>
        </p:grpSpPr>
        <p:sp>
          <p:nvSpPr>
            <p:cNvPr id="9333" name="Google Shape;9333;p6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2"/>
          <p:cNvGrpSpPr/>
          <p:nvPr/>
        </p:nvGrpSpPr>
        <p:grpSpPr>
          <a:xfrm>
            <a:off x="4876780" y="2243814"/>
            <a:ext cx="407774" cy="356627"/>
            <a:chOff x="4876780" y="2418064"/>
            <a:chExt cx="407774" cy="356627"/>
          </a:xfrm>
        </p:grpSpPr>
        <p:sp>
          <p:nvSpPr>
            <p:cNvPr id="9337" name="Google Shape;9337;p6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62"/>
          <p:cNvGrpSpPr/>
          <p:nvPr/>
        </p:nvGrpSpPr>
        <p:grpSpPr>
          <a:xfrm>
            <a:off x="7070872" y="2236621"/>
            <a:ext cx="398321" cy="371013"/>
            <a:chOff x="7070872" y="2410871"/>
            <a:chExt cx="398321" cy="371013"/>
          </a:xfrm>
        </p:grpSpPr>
        <p:sp>
          <p:nvSpPr>
            <p:cNvPr id="9346" name="Google Shape;9346;p6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0" name="Google Shape;9350;p6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1" name="Google Shape;9351;p62"/>
          <p:cNvGrpSpPr/>
          <p:nvPr/>
        </p:nvGrpSpPr>
        <p:grpSpPr>
          <a:xfrm>
            <a:off x="5318259" y="2807861"/>
            <a:ext cx="371013" cy="220787"/>
            <a:chOff x="5318259" y="2982111"/>
            <a:chExt cx="371013" cy="220787"/>
          </a:xfrm>
        </p:grpSpPr>
        <p:sp>
          <p:nvSpPr>
            <p:cNvPr id="9352" name="Google Shape;9352;p6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2"/>
          <p:cNvGrpSpPr/>
          <p:nvPr/>
        </p:nvGrpSpPr>
        <p:grpSpPr>
          <a:xfrm>
            <a:off x="7073928" y="2731507"/>
            <a:ext cx="371395" cy="371809"/>
            <a:chOff x="7073928" y="2905757"/>
            <a:chExt cx="371395" cy="371809"/>
          </a:xfrm>
        </p:grpSpPr>
        <p:sp>
          <p:nvSpPr>
            <p:cNvPr id="9361" name="Google Shape;9361;p6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62"/>
          <p:cNvGrpSpPr/>
          <p:nvPr/>
        </p:nvGrpSpPr>
        <p:grpSpPr>
          <a:xfrm>
            <a:off x="6188327" y="2781158"/>
            <a:ext cx="371395" cy="272857"/>
            <a:chOff x="6188327" y="2955408"/>
            <a:chExt cx="371395" cy="272857"/>
          </a:xfrm>
        </p:grpSpPr>
        <p:sp>
          <p:nvSpPr>
            <p:cNvPr id="9365" name="Google Shape;9365;p6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62"/>
          <p:cNvGrpSpPr/>
          <p:nvPr/>
        </p:nvGrpSpPr>
        <p:grpSpPr>
          <a:xfrm>
            <a:off x="7521454" y="2731889"/>
            <a:ext cx="359651" cy="371013"/>
            <a:chOff x="7521454" y="2906139"/>
            <a:chExt cx="359651" cy="371013"/>
          </a:xfrm>
        </p:grpSpPr>
        <p:sp>
          <p:nvSpPr>
            <p:cNvPr id="9368" name="Google Shape;9368;p6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62"/>
          <p:cNvGrpSpPr/>
          <p:nvPr/>
        </p:nvGrpSpPr>
        <p:grpSpPr>
          <a:xfrm>
            <a:off x="5782845" y="2732271"/>
            <a:ext cx="301661" cy="371013"/>
            <a:chOff x="5782845" y="2906521"/>
            <a:chExt cx="301661" cy="371013"/>
          </a:xfrm>
        </p:grpSpPr>
        <p:sp>
          <p:nvSpPr>
            <p:cNvPr id="9374" name="Google Shape;9374;p6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62"/>
          <p:cNvGrpSpPr/>
          <p:nvPr/>
        </p:nvGrpSpPr>
        <p:grpSpPr>
          <a:xfrm>
            <a:off x="3539102" y="2253299"/>
            <a:ext cx="355099" cy="355481"/>
            <a:chOff x="3539102" y="2427549"/>
            <a:chExt cx="355099" cy="355481"/>
          </a:xfrm>
        </p:grpSpPr>
        <p:sp>
          <p:nvSpPr>
            <p:cNvPr id="9378" name="Google Shape;9378;p6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2"/>
          <p:cNvGrpSpPr/>
          <p:nvPr/>
        </p:nvGrpSpPr>
        <p:grpSpPr>
          <a:xfrm>
            <a:off x="6630539" y="2743252"/>
            <a:ext cx="371777" cy="349434"/>
            <a:chOff x="6630539" y="2917502"/>
            <a:chExt cx="371777" cy="349434"/>
          </a:xfrm>
        </p:grpSpPr>
        <p:sp>
          <p:nvSpPr>
            <p:cNvPr id="9381" name="Google Shape;9381;p6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62"/>
          <p:cNvGrpSpPr/>
          <p:nvPr/>
        </p:nvGrpSpPr>
        <p:grpSpPr>
          <a:xfrm>
            <a:off x="2171474" y="3194979"/>
            <a:ext cx="408156" cy="343737"/>
            <a:chOff x="2171474" y="3369229"/>
            <a:chExt cx="408156" cy="343737"/>
          </a:xfrm>
        </p:grpSpPr>
        <p:sp>
          <p:nvSpPr>
            <p:cNvPr id="9389" name="Google Shape;9389;p6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2"/>
          <p:cNvGrpSpPr/>
          <p:nvPr/>
        </p:nvGrpSpPr>
        <p:grpSpPr>
          <a:xfrm>
            <a:off x="4891198" y="2750858"/>
            <a:ext cx="334634" cy="334634"/>
            <a:chOff x="4891198" y="2925108"/>
            <a:chExt cx="334634" cy="334634"/>
          </a:xfrm>
        </p:grpSpPr>
        <p:sp>
          <p:nvSpPr>
            <p:cNvPr id="9394" name="Google Shape;9394;p6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62"/>
          <p:cNvGrpSpPr/>
          <p:nvPr/>
        </p:nvGrpSpPr>
        <p:grpSpPr>
          <a:xfrm>
            <a:off x="7976174" y="2750858"/>
            <a:ext cx="334666" cy="334634"/>
            <a:chOff x="7976174" y="2925108"/>
            <a:chExt cx="334666" cy="334634"/>
          </a:xfrm>
        </p:grpSpPr>
        <p:sp>
          <p:nvSpPr>
            <p:cNvPr id="9403" name="Google Shape;9403;p6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62"/>
          <p:cNvGrpSpPr/>
          <p:nvPr/>
        </p:nvGrpSpPr>
        <p:grpSpPr>
          <a:xfrm>
            <a:off x="3091957" y="3199881"/>
            <a:ext cx="354717" cy="332757"/>
            <a:chOff x="3091957" y="3374131"/>
            <a:chExt cx="354717" cy="332757"/>
          </a:xfrm>
        </p:grpSpPr>
        <p:sp>
          <p:nvSpPr>
            <p:cNvPr id="9413" name="Google Shape;9413;p6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2"/>
          <p:cNvGrpSpPr/>
          <p:nvPr/>
        </p:nvGrpSpPr>
        <p:grpSpPr>
          <a:xfrm>
            <a:off x="3988156" y="3205960"/>
            <a:ext cx="353954" cy="318880"/>
            <a:chOff x="3988156" y="3380210"/>
            <a:chExt cx="353954" cy="318880"/>
          </a:xfrm>
        </p:grpSpPr>
        <p:sp>
          <p:nvSpPr>
            <p:cNvPr id="9420" name="Google Shape;9420;p6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62"/>
          <p:cNvGrpSpPr/>
          <p:nvPr/>
        </p:nvGrpSpPr>
        <p:grpSpPr>
          <a:xfrm>
            <a:off x="3541011" y="3193070"/>
            <a:ext cx="348257" cy="346188"/>
            <a:chOff x="3541011" y="3367320"/>
            <a:chExt cx="348257" cy="346188"/>
          </a:xfrm>
        </p:grpSpPr>
        <p:sp>
          <p:nvSpPr>
            <p:cNvPr id="9426" name="Google Shape;9426;p6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2"/>
          <p:cNvGrpSpPr/>
          <p:nvPr/>
        </p:nvGrpSpPr>
        <p:grpSpPr>
          <a:xfrm>
            <a:off x="1314678" y="3183967"/>
            <a:ext cx="334666" cy="365348"/>
            <a:chOff x="1314678" y="3358217"/>
            <a:chExt cx="334666" cy="365348"/>
          </a:xfrm>
        </p:grpSpPr>
        <p:sp>
          <p:nvSpPr>
            <p:cNvPr id="9431" name="Google Shape;9431;p6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2"/>
          <p:cNvGrpSpPr/>
          <p:nvPr/>
        </p:nvGrpSpPr>
        <p:grpSpPr>
          <a:xfrm>
            <a:off x="1748582" y="3198385"/>
            <a:ext cx="359269" cy="335780"/>
            <a:chOff x="1748582" y="3372635"/>
            <a:chExt cx="359269" cy="335780"/>
          </a:xfrm>
        </p:grpSpPr>
        <p:sp>
          <p:nvSpPr>
            <p:cNvPr id="9437" name="Google Shape;9437;p6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8" name="Google Shape;9438;p62"/>
            <p:cNvGrpSpPr/>
            <p:nvPr/>
          </p:nvGrpSpPr>
          <p:grpSpPr>
            <a:xfrm>
              <a:off x="1748582" y="3372635"/>
              <a:ext cx="333520" cy="335780"/>
              <a:chOff x="1748582" y="3372635"/>
              <a:chExt cx="333520" cy="335780"/>
            </a:xfrm>
          </p:grpSpPr>
          <p:sp>
            <p:nvSpPr>
              <p:cNvPr id="9439" name="Google Shape;9439;p6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2" name="Google Shape;9442;p62"/>
          <p:cNvGrpSpPr/>
          <p:nvPr/>
        </p:nvGrpSpPr>
        <p:grpSpPr>
          <a:xfrm>
            <a:off x="2640993" y="3183585"/>
            <a:ext cx="365348" cy="364966"/>
            <a:chOff x="2640993" y="3357835"/>
            <a:chExt cx="365348" cy="364966"/>
          </a:xfrm>
        </p:grpSpPr>
        <p:sp>
          <p:nvSpPr>
            <p:cNvPr id="9443" name="Google Shape;9443;p6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62"/>
          <p:cNvGrpSpPr/>
          <p:nvPr/>
        </p:nvGrpSpPr>
        <p:grpSpPr>
          <a:xfrm>
            <a:off x="4886264" y="3191924"/>
            <a:ext cx="350548" cy="350198"/>
            <a:chOff x="4886264" y="3366174"/>
            <a:chExt cx="350548" cy="350198"/>
          </a:xfrm>
        </p:grpSpPr>
        <p:sp>
          <p:nvSpPr>
            <p:cNvPr id="9454" name="Google Shape;9454;p6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62"/>
          <p:cNvGrpSpPr/>
          <p:nvPr/>
        </p:nvGrpSpPr>
        <p:grpSpPr>
          <a:xfrm>
            <a:off x="5331913" y="3239697"/>
            <a:ext cx="347143" cy="254684"/>
            <a:chOff x="5331913" y="3413947"/>
            <a:chExt cx="347143" cy="254684"/>
          </a:xfrm>
        </p:grpSpPr>
        <p:sp>
          <p:nvSpPr>
            <p:cNvPr id="9468" name="Google Shape;9468;p6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62"/>
          <p:cNvGrpSpPr/>
          <p:nvPr/>
        </p:nvGrpSpPr>
        <p:grpSpPr>
          <a:xfrm>
            <a:off x="5776798" y="3235528"/>
            <a:ext cx="346379" cy="264518"/>
            <a:chOff x="5776798" y="3409778"/>
            <a:chExt cx="346379" cy="264518"/>
          </a:xfrm>
        </p:grpSpPr>
        <p:sp>
          <p:nvSpPr>
            <p:cNvPr id="9475" name="Google Shape;9475;p6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2"/>
          <p:cNvGrpSpPr/>
          <p:nvPr/>
        </p:nvGrpSpPr>
        <p:grpSpPr>
          <a:xfrm>
            <a:off x="7108015" y="3222255"/>
            <a:ext cx="344883" cy="290299"/>
            <a:chOff x="7108015" y="3396505"/>
            <a:chExt cx="344883" cy="290299"/>
          </a:xfrm>
        </p:grpSpPr>
        <p:sp>
          <p:nvSpPr>
            <p:cNvPr id="9482" name="Google Shape;9482;p6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2"/>
          <p:cNvGrpSpPr/>
          <p:nvPr/>
        </p:nvGrpSpPr>
        <p:grpSpPr>
          <a:xfrm>
            <a:off x="7551754" y="3216558"/>
            <a:ext cx="344883" cy="301311"/>
            <a:chOff x="7551754" y="3390808"/>
            <a:chExt cx="344883" cy="301311"/>
          </a:xfrm>
        </p:grpSpPr>
        <p:sp>
          <p:nvSpPr>
            <p:cNvPr id="9487" name="Google Shape;9487;p6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2"/>
          <p:cNvGrpSpPr/>
          <p:nvPr/>
        </p:nvGrpSpPr>
        <p:grpSpPr>
          <a:xfrm>
            <a:off x="6707084" y="3213153"/>
            <a:ext cx="261145" cy="308504"/>
            <a:chOff x="6707084" y="3387403"/>
            <a:chExt cx="261145" cy="308504"/>
          </a:xfrm>
        </p:grpSpPr>
        <p:sp>
          <p:nvSpPr>
            <p:cNvPr id="9499" name="Google Shape;9499;p6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2"/>
          <p:cNvGrpSpPr/>
          <p:nvPr/>
        </p:nvGrpSpPr>
        <p:grpSpPr>
          <a:xfrm>
            <a:off x="848978" y="4123387"/>
            <a:ext cx="377824" cy="324418"/>
            <a:chOff x="848978" y="4297637"/>
            <a:chExt cx="377824" cy="324418"/>
          </a:xfrm>
        </p:grpSpPr>
        <p:sp>
          <p:nvSpPr>
            <p:cNvPr id="9504" name="Google Shape;9504;p6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2"/>
          <p:cNvGrpSpPr/>
          <p:nvPr/>
        </p:nvGrpSpPr>
        <p:grpSpPr>
          <a:xfrm>
            <a:off x="1754279" y="4112343"/>
            <a:ext cx="351439" cy="345965"/>
            <a:chOff x="1754279" y="4286593"/>
            <a:chExt cx="351439" cy="345965"/>
          </a:xfrm>
        </p:grpSpPr>
        <p:sp>
          <p:nvSpPr>
            <p:cNvPr id="9507" name="Google Shape;9507;p6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2"/>
          <p:cNvGrpSpPr/>
          <p:nvPr/>
        </p:nvGrpSpPr>
        <p:grpSpPr>
          <a:xfrm>
            <a:off x="3996113" y="4116926"/>
            <a:ext cx="336512" cy="335048"/>
            <a:chOff x="3996113" y="4291176"/>
            <a:chExt cx="336512" cy="335048"/>
          </a:xfrm>
        </p:grpSpPr>
        <p:sp>
          <p:nvSpPr>
            <p:cNvPr id="9513" name="Google Shape;9513;p6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6" name="Google Shape;9516;p6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7" name="Google Shape;9517;p62"/>
          <p:cNvGrpSpPr/>
          <p:nvPr/>
        </p:nvGrpSpPr>
        <p:grpSpPr>
          <a:xfrm>
            <a:off x="2179081" y="4111261"/>
            <a:ext cx="397525" cy="348670"/>
            <a:chOff x="2179081" y="4285511"/>
            <a:chExt cx="397525" cy="348670"/>
          </a:xfrm>
        </p:grpSpPr>
        <p:sp>
          <p:nvSpPr>
            <p:cNvPr id="9518" name="Google Shape;9518;p6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62"/>
          <p:cNvGrpSpPr/>
          <p:nvPr/>
        </p:nvGrpSpPr>
        <p:grpSpPr>
          <a:xfrm>
            <a:off x="3584201" y="4120746"/>
            <a:ext cx="267574" cy="329415"/>
            <a:chOff x="3584201" y="4294996"/>
            <a:chExt cx="267574" cy="329415"/>
          </a:xfrm>
        </p:grpSpPr>
        <p:sp>
          <p:nvSpPr>
            <p:cNvPr id="9521" name="Google Shape;9521;p6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62"/>
          <p:cNvGrpSpPr/>
          <p:nvPr/>
        </p:nvGrpSpPr>
        <p:grpSpPr>
          <a:xfrm>
            <a:off x="3082855" y="4121478"/>
            <a:ext cx="375946" cy="327823"/>
            <a:chOff x="3082855" y="4295728"/>
            <a:chExt cx="375946" cy="327823"/>
          </a:xfrm>
        </p:grpSpPr>
        <p:sp>
          <p:nvSpPr>
            <p:cNvPr id="9526" name="Google Shape;9526;p6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2"/>
          <p:cNvGrpSpPr/>
          <p:nvPr/>
        </p:nvGrpSpPr>
        <p:grpSpPr>
          <a:xfrm>
            <a:off x="2749016" y="4116926"/>
            <a:ext cx="150831" cy="336926"/>
            <a:chOff x="2749016" y="4291176"/>
            <a:chExt cx="150831" cy="336926"/>
          </a:xfrm>
        </p:grpSpPr>
        <p:sp>
          <p:nvSpPr>
            <p:cNvPr id="9538" name="Google Shape;9538;p6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62"/>
          <p:cNvGrpSpPr/>
          <p:nvPr/>
        </p:nvGrpSpPr>
        <p:grpSpPr>
          <a:xfrm>
            <a:off x="7127716" y="4105182"/>
            <a:ext cx="248254" cy="361942"/>
            <a:chOff x="7127716" y="4279432"/>
            <a:chExt cx="248254" cy="361942"/>
          </a:xfrm>
        </p:grpSpPr>
        <p:sp>
          <p:nvSpPr>
            <p:cNvPr id="9543" name="Google Shape;9543;p6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62"/>
          <p:cNvGrpSpPr/>
          <p:nvPr/>
        </p:nvGrpSpPr>
        <p:grpSpPr>
          <a:xfrm>
            <a:off x="7565408" y="4105182"/>
            <a:ext cx="248255" cy="361942"/>
            <a:chOff x="7565408" y="4279432"/>
            <a:chExt cx="248255" cy="361942"/>
          </a:xfrm>
        </p:grpSpPr>
        <p:sp>
          <p:nvSpPr>
            <p:cNvPr id="9553" name="Google Shape;9553;p6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62"/>
          <p:cNvGrpSpPr/>
          <p:nvPr/>
        </p:nvGrpSpPr>
        <p:grpSpPr>
          <a:xfrm>
            <a:off x="6264109" y="4105182"/>
            <a:ext cx="225498" cy="361560"/>
            <a:chOff x="6264109" y="4279432"/>
            <a:chExt cx="225498" cy="361560"/>
          </a:xfrm>
        </p:grpSpPr>
        <p:sp>
          <p:nvSpPr>
            <p:cNvPr id="9562" name="Google Shape;9562;p6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2"/>
          <p:cNvGrpSpPr/>
          <p:nvPr/>
        </p:nvGrpSpPr>
        <p:grpSpPr>
          <a:xfrm>
            <a:off x="7929578" y="4110115"/>
            <a:ext cx="395266" cy="351312"/>
            <a:chOff x="7929578" y="4284365"/>
            <a:chExt cx="395266" cy="351312"/>
          </a:xfrm>
        </p:grpSpPr>
        <p:sp>
          <p:nvSpPr>
            <p:cNvPr id="9565" name="Google Shape;9565;p6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62"/>
          <p:cNvGrpSpPr/>
          <p:nvPr/>
        </p:nvGrpSpPr>
        <p:grpSpPr>
          <a:xfrm>
            <a:off x="6595502" y="4149527"/>
            <a:ext cx="426315" cy="332826"/>
            <a:chOff x="6639652" y="4323777"/>
            <a:chExt cx="426315" cy="332826"/>
          </a:xfrm>
        </p:grpSpPr>
        <p:sp>
          <p:nvSpPr>
            <p:cNvPr id="9570" name="Google Shape;9570;p6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2"/>
          <p:cNvGrpSpPr/>
          <p:nvPr/>
        </p:nvGrpSpPr>
        <p:grpSpPr>
          <a:xfrm>
            <a:off x="5357662" y="4123387"/>
            <a:ext cx="287275" cy="326296"/>
            <a:chOff x="5357662" y="4297637"/>
            <a:chExt cx="287275" cy="326296"/>
          </a:xfrm>
        </p:grpSpPr>
        <p:sp>
          <p:nvSpPr>
            <p:cNvPr id="9581" name="Google Shape;9581;p6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62"/>
          <p:cNvGrpSpPr/>
          <p:nvPr/>
        </p:nvGrpSpPr>
        <p:grpSpPr>
          <a:xfrm>
            <a:off x="5774124" y="4120300"/>
            <a:ext cx="331611" cy="331674"/>
            <a:chOff x="5774124" y="4294550"/>
            <a:chExt cx="331611" cy="331674"/>
          </a:xfrm>
        </p:grpSpPr>
        <p:sp>
          <p:nvSpPr>
            <p:cNvPr id="9587" name="Google Shape;9587;p6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62"/>
          <p:cNvGrpSpPr/>
          <p:nvPr/>
        </p:nvGrpSpPr>
        <p:grpSpPr>
          <a:xfrm>
            <a:off x="4890434" y="4113139"/>
            <a:ext cx="345997" cy="346029"/>
            <a:chOff x="4890434" y="4287389"/>
            <a:chExt cx="345997" cy="346029"/>
          </a:xfrm>
        </p:grpSpPr>
        <p:sp>
          <p:nvSpPr>
            <p:cNvPr id="9590" name="Google Shape;9590;p6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2"/>
          <p:cNvGrpSpPr/>
          <p:nvPr/>
        </p:nvGrpSpPr>
        <p:grpSpPr>
          <a:xfrm>
            <a:off x="2165809" y="3636809"/>
            <a:ext cx="422542" cy="342973"/>
            <a:chOff x="2165809" y="3811059"/>
            <a:chExt cx="422542" cy="342973"/>
          </a:xfrm>
        </p:grpSpPr>
        <p:sp>
          <p:nvSpPr>
            <p:cNvPr id="9598" name="Google Shape;9598;p6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6" name="Google Shape;9616;p6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7" name="Google Shape;9617;p62"/>
          <p:cNvGrpSpPr/>
          <p:nvPr/>
        </p:nvGrpSpPr>
        <p:grpSpPr>
          <a:xfrm>
            <a:off x="903530" y="3631875"/>
            <a:ext cx="264550" cy="353222"/>
            <a:chOff x="903530" y="3806125"/>
            <a:chExt cx="264550" cy="353222"/>
          </a:xfrm>
        </p:grpSpPr>
        <p:sp>
          <p:nvSpPr>
            <p:cNvPr id="9618" name="Google Shape;9618;p6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62"/>
          <p:cNvGrpSpPr/>
          <p:nvPr/>
        </p:nvGrpSpPr>
        <p:grpSpPr>
          <a:xfrm>
            <a:off x="850092" y="3178684"/>
            <a:ext cx="369517" cy="375660"/>
            <a:chOff x="850092" y="3352934"/>
            <a:chExt cx="369517" cy="375660"/>
          </a:xfrm>
        </p:grpSpPr>
        <p:sp>
          <p:nvSpPr>
            <p:cNvPr id="9623" name="Google Shape;9623;p6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2"/>
          <p:cNvGrpSpPr/>
          <p:nvPr/>
        </p:nvGrpSpPr>
        <p:grpSpPr>
          <a:xfrm>
            <a:off x="2611458" y="3642124"/>
            <a:ext cx="426329" cy="332375"/>
            <a:chOff x="2611458" y="3816374"/>
            <a:chExt cx="426329" cy="332375"/>
          </a:xfrm>
        </p:grpSpPr>
        <p:sp>
          <p:nvSpPr>
            <p:cNvPr id="9629" name="Google Shape;9629;p6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9" name="Google Shape;9639;p6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0" name="Google Shape;9640;p62"/>
          <p:cNvGrpSpPr/>
          <p:nvPr/>
        </p:nvGrpSpPr>
        <p:grpSpPr>
          <a:xfrm>
            <a:off x="4019984" y="3631143"/>
            <a:ext cx="293704" cy="353954"/>
            <a:chOff x="4019984" y="3805393"/>
            <a:chExt cx="293704" cy="353954"/>
          </a:xfrm>
        </p:grpSpPr>
        <p:sp>
          <p:nvSpPr>
            <p:cNvPr id="9641" name="Google Shape;9641;p6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62"/>
          <p:cNvGrpSpPr/>
          <p:nvPr/>
        </p:nvGrpSpPr>
        <p:grpSpPr>
          <a:xfrm>
            <a:off x="8006505" y="3215794"/>
            <a:ext cx="323654" cy="303189"/>
            <a:chOff x="8006505" y="3390044"/>
            <a:chExt cx="323654" cy="303189"/>
          </a:xfrm>
        </p:grpSpPr>
        <p:sp>
          <p:nvSpPr>
            <p:cNvPr id="9644" name="Google Shape;9644;p6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62"/>
          <p:cNvGrpSpPr/>
          <p:nvPr/>
        </p:nvGrpSpPr>
        <p:grpSpPr>
          <a:xfrm>
            <a:off x="1299146" y="3632257"/>
            <a:ext cx="367990" cy="351312"/>
            <a:chOff x="1299146" y="3806507"/>
            <a:chExt cx="367990" cy="351312"/>
          </a:xfrm>
        </p:grpSpPr>
        <p:sp>
          <p:nvSpPr>
            <p:cNvPr id="9651" name="Google Shape;9651;p6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3" name="Google Shape;9653;p6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62"/>
          <p:cNvGrpSpPr/>
          <p:nvPr/>
        </p:nvGrpSpPr>
        <p:grpSpPr>
          <a:xfrm>
            <a:off x="7550258" y="3658420"/>
            <a:ext cx="371395" cy="301279"/>
            <a:chOff x="7550258" y="3832670"/>
            <a:chExt cx="371395" cy="301279"/>
          </a:xfrm>
        </p:grpSpPr>
        <p:sp>
          <p:nvSpPr>
            <p:cNvPr id="9655" name="Google Shape;9655;p6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3" name="Google Shape;9673;p6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4" name="Google Shape;9674;p62"/>
          <p:cNvGrpSpPr/>
          <p:nvPr/>
        </p:nvGrpSpPr>
        <p:grpSpPr>
          <a:xfrm>
            <a:off x="6659725" y="3633785"/>
            <a:ext cx="367608" cy="350548"/>
            <a:chOff x="6659725" y="3808035"/>
            <a:chExt cx="367608" cy="350548"/>
          </a:xfrm>
        </p:grpSpPr>
        <p:sp>
          <p:nvSpPr>
            <p:cNvPr id="9675" name="Google Shape;9675;p6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2"/>
          <p:cNvGrpSpPr/>
          <p:nvPr/>
        </p:nvGrpSpPr>
        <p:grpSpPr>
          <a:xfrm>
            <a:off x="6219391" y="3642506"/>
            <a:ext cx="356627" cy="334252"/>
            <a:chOff x="6219391" y="3816756"/>
            <a:chExt cx="356627" cy="334252"/>
          </a:xfrm>
        </p:grpSpPr>
        <p:sp>
          <p:nvSpPr>
            <p:cNvPr id="9678" name="Google Shape;9678;p6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62"/>
          <p:cNvGrpSpPr/>
          <p:nvPr/>
        </p:nvGrpSpPr>
        <p:grpSpPr>
          <a:xfrm>
            <a:off x="5778676" y="3652722"/>
            <a:ext cx="349052" cy="313055"/>
            <a:chOff x="5778676" y="3826972"/>
            <a:chExt cx="349052" cy="313055"/>
          </a:xfrm>
        </p:grpSpPr>
        <p:sp>
          <p:nvSpPr>
            <p:cNvPr id="9683" name="Google Shape;9683;p6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62"/>
          <p:cNvGrpSpPr/>
          <p:nvPr/>
        </p:nvGrpSpPr>
        <p:grpSpPr>
          <a:xfrm>
            <a:off x="5355784" y="3660297"/>
            <a:ext cx="299019" cy="297905"/>
            <a:chOff x="5355784" y="3834547"/>
            <a:chExt cx="299019" cy="297905"/>
          </a:xfrm>
        </p:grpSpPr>
        <p:sp>
          <p:nvSpPr>
            <p:cNvPr id="9689" name="Google Shape;9689;p6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62"/>
          <p:cNvGrpSpPr/>
          <p:nvPr/>
        </p:nvGrpSpPr>
        <p:grpSpPr>
          <a:xfrm>
            <a:off x="8036455" y="3633021"/>
            <a:ext cx="292176" cy="353985"/>
            <a:chOff x="8036455" y="3807271"/>
            <a:chExt cx="292176" cy="353985"/>
          </a:xfrm>
        </p:grpSpPr>
        <p:sp>
          <p:nvSpPr>
            <p:cNvPr id="9694" name="Google Shape;9694;p6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6" name="Google Shape;9696;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9697" name="Google Shape;9697;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9698" name="Google Shape;9698;p62"/>
          <p:cNvGrpSpPr/>
          <p:nvPr/>
        </p:nvGrpSpPr>
        <p:grpSpPr>
          <a:xfrm>
            <a:off x="4874902" y="3634549"/>
            <a:ext cx="345615" cy="350835"/>
            <a:chOff x="4874902" y="3808799"/>
            <a:chExt cx="345615" cy="350835"/>
          </a:xfrm>
        </p:grpSpPr>
        <p:sp>
          <p:nvSpPr>
            <p:cNvPr id="9699" name="Google Shape;9699;p6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62"/>
          <p:cNvGrpSpPr/>
          <p:nvPr/>
        </p:nvGrpSpPr>
        <p:grpSpPr>
          <a:xfrm>
            <a:off x="3095745" y="3631143"/>
            <a:ext cx="352840" cy="354717"/>
            <a:chOff x="3095745" y="3805393"/>
            <a:chExt cx="352840" cy="354717"/>
          </a:xfrm>
        </p:grpSpPr>
        <p:sp>
          <p:nvSpPr>
            <p:cNvPr id="9717" name="Google Shape;9717;p6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26" name="Shape 9726"/>
        <p:cNvGrpSpPr/>
        <p:nvPr/>
      </p:nvGrpSpPr>
      <p:grpSpPr>
        <a:xfrm>
          <a:off x="0" y="0"/>
          <a:ext cx="0" cy="0"/>
          <a:chOff x="0" y="0"/>
          <a:chExt cx="0" cy="0"/>
        </a:xfrm>
      </p:grpSpPr>
      <p:grpSp>
        <p:nvGrpSpPr>
          <p:cNvPr id="9727" name="Google Shape;9727;p63"/>
          <p:cNvGrpSpPr/>
          <p:nvPr/>
        </p:nvGrpSpPr>
        <p:grpSpPr>
          <a:xfrm>
            <a:off x="2733780" y="4039081"/>
            <a:ext cx="342144" cy="362704"/>
            <a:chOff x="2704005" y="4258781"/>
            <a:chExt cx="342144" cy="362704"/>
          </a:xfrm>
        </p:grpSpPr>
        <p:sp>
          <p:nvSpPr>
            <p:cNvPr id="9728" name="Google Shape;9728;p6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63"/>
          <p:cNvGrpSpPr/>
          <p:nvPr/>
        </p:nvGrpSpPr>
        <p:grpSpPr>
          <a:xfrm>
            <a:off x="2157462" y="4083096"/>
            <a:ext cx="347435" cy="363370"/>
            <a:chOff x="2157462" y="4258496"/>
            <a:chExt cx="347435" cy="363370"/>
          </a:xfrm>
        </p:grpSpPr>
        <p:sp>
          <p:nvSpPr>
            <p:cNvPr id="9736" name="Google Shape;9736;p6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63"/>
          <p:cNvGrpSpPr/>
          <p:nvPr/>
        </p:nvGrpSpPr>
        <p:grpSpPr>
          <a:xfrm>
            <a:off x="4010963" y="3588381"/>
            <a:ext cx="343665" cy="363211"/>
            <a:chOff x="4010963" y="3763781"/>
            <a:chExt cx="343665" cy="363211"/>
          </a:xfrm>
        </p:grpSpPr>
        <p:sp>
          <p:nvSpPr>
            <p:cNvPr id="9740" name="Google Shape;9740;p6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63"/>
          <p:cNvGrpSpPr/>
          <p:nvPr/>
        </p:nvGrpSpPr>
        <p:grpSpPr>
          <a:xfrm>
            <a:off x="2214042" y="3635109"/>
            <a:ext cx="368153" cy="311193"/>
            <a:chOff x="2214042" y="3810509"/>
            <a:chExt cx="368153" cy="311193"/>
          </a:xfrm>
        </p:grpSpPr>
        <p:sp>
          <p:nvSpPr>
            <p:cNvPr id="9746" name="Google Shape;9746;p6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63"/>
          <p:cNvGrpSpPr/>
          <p:nvPr/>
        </p:nvGrpSpPr>
        <p:grpSpPr>
          <a:xfrm>
            <a:off x="1797413" y="3606819"/>
            <a:ext cx="367805" cy="367773"/>
            <a:chOff x="1768938" y="3782219"/>
            <a:chExt cx="367805" cy="367773"/>
          </a:xfrm>
        </p:grpSpPr>
        <p:sp>
          <p:nvSpPr>
            <p:cNvPr id="9749" name="Google Shape;9749;p6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3"/>
          <p:cNvGrpSpPr/>
          <p:nvPr/>
        </p:nvGrpSpPr>
        <p:grpSpPr>
          <a:xfrm>
            <a:off x="2681385" y="3623039"/>
            <a:ext cx="325544" cy="327413"/>
            <a:chOff x="2681385" y="3798439"/>
            <a:chExt cx="325544" cy="327413"/>
          </a:xfrm>
        </p:grpSpPr>
        <p:sp>
          <p:nvSpPr>
            <p:cNvPr id="9755" name="Google Shape;9755;p6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3"/>
          <p:cNvGrpSpPr/>
          <p:nvPr/>
        </p:nvGrpSpPr>
        <p:grpSpPr>
          <a:xfrm>
            <a:off x="6243928" y="4088102"/>
            <a:ext cx="274254" cy="350824"/>
            <a:chOff x="6243928" y="4263502"/>
            <a:chExt cx="274254" cy="350824"/>
          </a:xfrm>
        </p:grpSpPr>
        <p:sp>
          <p:nvSpPr>
            <p:cNvPr id="9763" name="Google Shape;9763;p6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3"/>
          <p:cNvGrpSpPr/>
          <p:nvPr/>
        </p:nvGrpSpPr>
        <p:grpSpPr>
          <a:xfrm>
            <a:off x="3560600" y="3587938"/>
            <a:ext cx="352345" cy="363655"/>
            <a:chOff x="3560600" y="3763338"/>
            <a:chExt cx="352345" cy="363655"/>
          </a:xfrm>
        </p:grpSpPr>
        <p:sp>
          <p:nvSpPr>
            <p:cNvPr id="9772" name="Google Shape;9772;p6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3"/>
          <p:cNvGrpSpPr/>
          <p:nvPr/>
        </p:nvGrpSpPr>
        <p:grpSpPr>
          <a:xfrm>
            <a:off x="5790556" y="4085852"/>
            <a:ext cx="279513" cy="356083"/>
            <a:chOff x="5790556" y="4261252"/>
            <a:chExt cx="279513" cy="356083"/>
          </a:xfrm>
        </p:grpSpPr>
        <p:sp>
          <p:nvSpPr>
            <p:cNvPr id="9776" name="Google Shape;9776;p6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3"/>
          <p:cNvGrpSpPr/>
          <p:nvPr/>
        </p:nvGrpSpPr>
        <p:grpSpPr>
          <a:xfrm>
            <a:off x="5341333" y="4085852"/>
            <a:ext cx="278752" cy="356463"/>
            <a:chOff x="5341333" y="4261252"/>
            <a:chExt cx="278752" cy="356463"/>
          </a:xfrm>
        </p:grpSpPr>
        <p:sp>
          <p:nvSpPr>
            <p:cNvPr id="9784" name="Google Shape;9784;p6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6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63"/>
          <p:cNvGrpSpPr/>
          <p:nvPr/>
        </p:nvGrpSpPr>
        <p:grpSpPr>
          <a:xfrm>
            <a:off x="3103646" y="3590676"/>
            <a:ext cx="360233" cy="362451"/>
            <a:chOff x="3107608" y="3763401"/>
            <a:chExt cx="360233" cy="362451"/>
          </a:xfrm>
        </p:grpSpPr>
        <p:sp>
          <p:nvSpPr>
            <p:cNvPr id="9793" name="Google Shape;9793;p6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63"/>
          <p:cNvGrpSpPr/>
          <p:nvPr/>
        </p:nvGrpSpPr>
        <p:grpSpPr>
          <a:xfrm>
            <a:off x="889343" y="3625827"/>
            <a:ext cx="351585" cy="339705"/>
            <a:chOff x="889343" y="3801227"/>
            <a:chExt cx="351585" cy="339705"/>
          </a:xfrm>
        </p:grpSpPr>
        <p:sp>
          <p:nvSpPr>
            <p:cNvPr id="9797" name="Google Shape;9797;p6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3"/>
          <p:cNvGrpSpPr/>
          <p:nvPr/>
        </p:nvGrpSpPr>
        <p:grpSpPr>
          <a:xfrm>
            <a:off x="4896609" y="4085472"/>
            <a:ext cx="278784" cy="355323"/>
            <a:chOff x="4896609" y="4260872"/>
            <a:chExt cx="278784" cy="355323"/>
          </a:xfrm>
        </p:grpSpPr>
        <p:sp>
          <p:nvSpPr>
            <p:cNvPr id="9803" name="Google Shape;9803;p6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63"/>
          <p:cNvGrpSpPr/>
          <p:nvPr/>
        </p:nvGrpSpPr>
        <p:grpSpPr>
          <a:xfrm>
            <a:off x="7598438" y="4090731"/>
            <a:ext cx="260283" cy="345914"/>
            <a:chOff x="7598438" y="4266131"/>
            <a:chExt cx="260283" cy="345914"/>
          </a:xfrm>
        </p:grpSpPr>
        <p:sp>
          <p:nvSpPr>
            <p:cNvPr id="9810" name="Google Shape;9810;p6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63"/>
          <p:cNvGrpSpPr/>
          <p:nvPr/>
        </p:nvGrpSpPr>
        <p:grpSpPr>
          <a:xfrm>
            <a:off x="1767069" y="3184746"/>
            <a:ext cx="286324" cy="348163"/>
            <a:chOff x="1767069" y="3360146"/>
            <a:chExt cx="286324" cy="348163"/>
          </a:xfrm>
        </p:grpSpPr>
        <p:sp>
          <p:nvSpPr>
            <p:cNvPr id="9818" name="Google Shape;9818;p6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3"/>
          <p:cNvGrpSpPr/>
          <p:nvPr/>
        </p:nvGrpSpPr>
        <p:grpSpPr>
          <a:xfrm>
            <a:off x="7149944" y="4090731"/>
            <a:ext cx="260283" cy="345914"/>
            <a:chOff x="7149944" y="4266131"/>
            <a:chExt cx="260283" cy="345914"/>
          </a:xfrm>
        </p:grpSpPr>
        <p:sp>
          <p:nvSpPr>
            <p:cNvPr id="9826" name="Google Shape;9826;p6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3"/>
          <p:cNvGrpSpPr/>
          <p:nvPr/>
        </p:nvGrpSpPr>
        <p:grpSpPr>
          <a:xfrm>
            <a:off x="6695051" y="4083951"/>
            <a:ext cx="270104" cy="360233"/>
            <a:chOff x="6695051" y="4259351"/>
            <a:chExt cx="270104" cy="360233"/>
          </a:xfrm>
        </p:grpSpPr>
        <p:sp>
          <p:nvSpPr>
            <p:cNvPr id="9833" name="Google Shape;9833;p6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3"/>
          <p:cNvGrpSpPr/>
          <p:nvPr/>
        </p:nvGrpSpPr>
        <p:grpSpPr>
          <a:xfrm>
            <a:off x="8047661" y="4082051"/>
            <a:ext cx="277263" cy="362514"/>
            <a:chOff x="8047661" y="4257451"/>
            <a:chExt cx="277263" cy="362514"/>
          </a:xfrm>
        </p:grpSpPr>
        <p:sp>
          <p:nvSpPr>
            <p:cNvPr id="9838" name="Google Shape;9838;p6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63"/>
          <p:cNvGrpSpPr/>
          <p:nvPr/>
        </p:nvGrpSpPr>
        <p:grpSpPr>
          <a:xfrm>
            <a:off x="6248078" y="3609068"/>
            <a:ext cx="277263" cy="356115"/>
            <a:chOff x="6248078" y="3784468"/>
            <a:chExt cx="277263" cy="356115"/>
          </a:xfrm>
        </p:grpSpPr>
        <p:sp>
          <p:nvSpPr>
            <p:cNvPr id="9843" name="Google Shape;9843;p6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63"/>
          <p:cNvGrpSpPr/>
          <p:nvPr/>
        </p:nvGrpSpPr>
        <p:grpSpPr>
          <a:xfrm>
            <a:off x="5800725" y="3610589"/>
            <a:ext cx="277644" cy="354594"/>
            <a:chOff x="5800725" y="3785989"/>
            <a:chExt cx="277644" cy="354594"/>
          </a:xfrm>
        </p:grpSpPr>
        <p:sp>
          <p:nvSpPr>
            <p:cNvPr id="9849" name="Google Shape;9849;p6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63"/>
          <p:cNvGrpSpPr/>
          <p:nvPr/>
        </p:nvGrpSpPr>
        <p:grpSpPr>
          <a:xfrm>
            <a:off x="2206122" y="3185348"/>
            <a:ext cx="308183" cy="347561"/>
            <a:chOff x="2206122" y="3360748"/>
            <a:chExt cx="308183" cy="347561"/>
          </a:xfrm>
        </p:grpSpPr>
        <p:sp>
          <p:nvSpPr>
            <p:cNvPr id="9857" name="Google Shape;9857;p6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63"/>
          <p:cNvGrpSpPr/>
          <p:nvPr/>
        </p:nvGrpSpPr>
        <p:grpSpPr>
          <a:xfrm>
            <a:off x="5353403" y="3610209"/>
            <a:ext cx="277992" cy="354974"/>
            <a:chOff x="5353403" y="3785609"/>
            <a:chExt cx="277992" cy="354974"/>
          </a:xfrm>
        </p:grpSpPr>
        <p:sp>
          <p:nvSpPr>
            <p:cNvPr id="9863" name="Google Shape;9863;p6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3"/>
          <p:cNvGrpSpPr/>
          <p:nvPr/>
        </p:nvGrpSpPr>
        <p:grpSpPr>
          <a:xfrm>
            <a:off x="4896229" y="3610589"/>
            <a:ext cx="278784" cy="354594"/>
            <a:chOff x="4896229" y="3785989"/>
            <a:chExt cx="278784" cy="354594"/>
          </a:xfrm>
        </p:grpSpPr>
        <p:sp>
          <p:nvSpPr>
            <p:cNvPr id="9870" name="Google Shape;9870;p6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63"/>
          <p:cNvGrpSpPr/>
          <p:nvPr/>
        </p:nvGrpSpPr>
        <p:grpSpPr>
          <a:xfrm>
            <a:off x="7592387" y="3612458"/>
            <a:ext cx="273874" cy="351204"/>
            <a:chOff x="7592387" y="3787858"/>
            <a:chExt cx="273874" cy="351204"/>
          </a:xfrm>
        </p:grpSpPr>
        <p:sp>
          <p:nvSpPr>
            <p:cNvPr id="9877" name="Google Shape;9877;p6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63"/>
          <p:cNvGrpSpPr/>
          <p:nvPr/>
        </p:nvGrpSpPr>
        <p:grpSpPr>
          <a:xfrm>
            <a:off x="7145794" y="3612458"/>
            <a:ext cx="274254" cy="350444"/>
            <a:chOff x="7145794" y="3787858"/>
            <a:chExt cx="274254" cy="350444"/>
          </a:xfrm>
        </p:grpSpPr>
        <p:sp>
          <p:nvSpPr>
            <p:cNvPr id="9882" name="Google Shape;9882;p6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3"/>
          <p:cNvGrpSpPr/>
          <p:nvPr/>
        </p:nvGrpSpPr>
        <p:grpSpPr>
          <a:xfrm>
            <a:off x="8054060" y="3611698"/>
            <a:ext cx="266334" cy="353834"/>
            <a:chOff x="8054060" y="3787098"/>
            <a:chExt cx="266334" cy="353834"/>
          </a:xfrm>
        </p:grpSpPr>
        <p:sp>
          <p:nvSpPr>
            <p:cNvPr id="9889" name="Google Shape;9889;p6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3"/>
          <p:cNvGrpSpPr/>
          <p:nvPr/>
        </p:nvGrpSpPr>
        <p:grpSpPr>
          <a:xfrm>
            <a:off x="6702211" y="3607199"/>
            <a:ext cx="270104" cy="361754"/>
            <a:chOff x="6702211" y="3782599"/>
            <a:chExt cx="270104" cy="361754"/>
          </a:xfrm>
        </p:grpSpPr>
        <p:sp>
          <p:nvSpPr>
            <p:cNvPr id="9894" name="Google Shape;9894;p6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3"/>
          <p:cNvGrpSpPr/>
          <p:nvPr/>
        </p:nvGrpSpPr>
        <p:grpSpPr>
          <a:xfrm>
            <a:off x="3516886" y="3263327"/>
            <a:ext cx="391854" cy="269922"/>
            <a:chOff x="3516850" y="3406526"/>
            <a:chExt cx="369674" cy="254644"/>
          </a:xfrm>
        </p:grpSpPr>
        <p:sp>
          <p:nvSpPr>
            <p:cNvPr id="9900" name="Google Shape;9900;p6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3"/>
          <p:cNvGrpSpPr/>
          <p:nvPr/>
        </p:nvGrpSpPr>
        <p:grpSpPr>
          <a:xfrm>
            <a:off x="1310655" y="3185127"/>
            <a:ext cx="306314" cy="347403"/>
            <a:chOff x="1310655" y="3360527"/>
            <a:chExt cx="306314" cy="347403"/>
          </a:xfrm>
        </p:grpSpPr>
        <p:sp>
          <p:nvSpPr>
            <p:cNvPr id="9905" name="Google Shape;9905;p6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63"/>
          <p:cNvGrpSpPr/>
          <p:nvPr/>
        </p:nvGrpSpPr>
        <p:grpSpPr>
          <a:xfrm>
            <a:off x="3119678" y="3184746"/>
            <a:ext cx="269343" cy="348543"/>
            <a:chOff x="3119678" y="3360146"/>
            <a:chExt cx="269343" cy="348543"/>
          </a:xfrm>
        </p:grpSpPr>
        <p:sp>
          <p:nvSpPr>
            <p:cNvPr id="9911" name="Google Shape;9911;p6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63"/>
          <p:cNvGrpSpPr/>
          <p:nvPr/>
        </p:nvGrpSpPr>
        <p:grpSpPr>
          <a:xfrm>
            <a:off x="3967213" y="3181547"/>
            <a:ext cx="368185" cy="354753"/>
            <a:chOff x="3967213" y="3356947"/>
            <a:chExt cx="368185" cy="354753"/>
          </a:xfrm>
        </p:grpSpPr>
        <p:sp>
          <p:nvSpPr>
            <p:cNvPr id="9919" name="Google Shape;9919;p6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63"/>
          <p:cNvGrpSpPr/>
          <p:nvPr/>
        </p:nvGrpSpPr>
        <p:grpSpPr>
          <a:xfrm>
            <a:off x="871254" y="3184746"/>
            <a:ext cx="285183" cy="347023"/>
            <a:chOff x="871254" y="3360146"/>
            <a:chExt cx="285183" cy="347023"/>
          </a:xfrm>
        </p:grpSpPr>
        <p:sp>
          <p:nvSpPr>
            <p:cNvPr id="9925" name="Google Shape;9925;p6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3"/>
          <p:cNvGrpSpPr/>
          <p:nvPr/>
        </p:nvGrpSpPr>
        <p:grpSpPr>
          <a:xfrm>
            <a:off x="2665165" y="3184746"/>
            <a:ext cx="281794" cy="349684"/>
            <a:chOff x="2665165" y="3360146"/>
            <a:chExt cx="281794" cy="349684"/>
          </a:xfrm>
        </p:grpSpPr>
        <p:sp>
          <p:nvSpPr>
            <p:cNvPr id="9930" name="Google Shape;9930;p6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63"/>
          <p:cNvGrpSpPr/>
          <p:nvPr/>
        </p:nvGrpSpPr>
        <p:grpSpPr>
          <a:xfrm>
            <a:off x="7156344" y="3172296"/>
            <a:ext cx="264465" cy="353074"/>
            <a:chOff x="7156344" y="3347696"/>
            <a:chExt cx="264465" cy="353074"/>
          </a:xfrm>
        </p:grpSpPr>
        <p:sp>
          <p:nvSpPr>
            <p:cNvPr id="9936" name="Google Shape;9936;p6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63"/>
          <p:cNvGrpSpPr/>
          <p:nvPr/>
        </p:nvGrpSpPr>
        <p:grpSpPr>
          <a:xfrm>
            <a:off x="6703732" y="3171536"/>
            <a:ext cx="264813" cy="352693"/>
            <a:chOff x="6703732" y="3346936"/>
            <a:chExt cx="264813" cy="352693"/>
          </a:xfrm>
        </p:grpSpPr>
        <p:sp>
          <p:nvSpPr>
            <p:cNvPr id="9942" name="Google Shape;9942;p6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3"/>
          <p:cNvGrpSpPr/>
          <p:nvPr/>
        </p:nvGrpSpPr>
        <p:grpSpPr>
          <a:xfrm>
            <a:off x="6252228" y="3171536"/>
            <a:ext cx="265193" cy="352693"/>
            <a:chOff x="6252228" y="3346936"/>
            <a:chExt cx="265193" cy="352693"/>
          </a:xfrm>
        </p:grpSpPr>
        <p:sp>
          <p:nvSpPr>
            <p:cNvPr id="9948" name="Google Shape;9948;p6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63"/>
          <p:cNvGrpSpPr/>
          <p:nvPr/>
        </p:nvGrpSpPr>
        <p:grpSpPr>
          <a:xfrm>
            <a:off x="5801105" y="3172296"/>
            <a:ext cx="264813" cy="351933"/>
            <a:chOff x="5801105" y="3347696"/>
            <a:chExt cx="264813" cy="351933"/>
          </a:xfrm>
        </p:grpSpPr>
        <p:sp>
          <p:nvSpPr>
            <p:cNvPr id="9952" name="Google Shape;9952;p6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63"/>
          <p:cNvGrpSpPr/>
          <p:nvPr/>
        </p:nvGrpSpPr>
        <p:grpSpPr>
          <a:xfrm>
            <a:off x="5349253" y="3171536"/>
            <a:ext cx="265922" cy="352693"/>
            <a:chOff x="5349253" y="3346936"/>
            <a:chExt cx="265922" cy="352693"/>
          </a:xfrm>
        </p:grpSpPr>
        <p:sp>
          <p:nvSpPr>
            <p:cNvPr id="9957" name="Google Shape;9957;p6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3"/>
          <p:cNvGrpSpPr/>
          <p:nvPr/>
        </p:nvGrpSpPr>
        <p:grpSpPr>
          <a:xfrm>
            <a:off x="4907159" y="3171536"/>
            <a:ext cx="264845" cy="354214"/>
            <a:chOff x="4907159" y="3346936"/>
            <a:chExt cx="264845" cy="354214"/>
          </a:xfrm>
        </p:grpSpPr>
        <p:sp>
          <p:nvSpPr>
            <p:cNvPr id="9964" name="Google Shape;9964;p6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63"/>
          <p:cNvGrpSpPr/>
          <p:nvPr/>
        </p:nvGrpSpPr>
        <p:grpSpPr>
          <a:xfrm>
            <a:off x="8048421" y="3159086"/>
            <a:ext cx="276503" cy="369674"/>
            <a:chOff x="8048421" y="3334486"/>
            <a:chExt cx="276503" cy="369674"/>
          </a:xfrm>
        </p:grpSpPr>
        <p:sp>
          <p:nvSpPr>
            <p:cNvPr id="9967" name="Google Shape;9967;p6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3"/>
          <p:cNvGrpSpPr/>
          <p:nvPr/>
        </p:nvGrpSpPr>
        <p:grpSpPr>
          <a:xfrm>
            <a:off x="7575787" y="3154555"/>
            <a:ext cx="295384" cy="376834"/>
            <a:chOff x="7575787" y="3329955"/>
            <a:chExt cx="295384" cy="376834"/>
          </a:xfrm>
        </p:grpSpPr>
        <p:sp>
          <p:nvSpPr>
            <p:cNvPr id="9974" name="Google Shape;9974;p6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63"/>
          <p:cNvGrpSpPr/>
          <p:nvPr/>
        </p:nvGrpSpPr>
        <p:grpSpPr>
          <a:xfrm>
            <a:off x="864062" y="2709103"/>
            <a:ext cx="264084" cy="347783"/>
            <a:chOff x="864062" y="2884503"/>
            <a:chExt cx="264084" cy="347783"/>
          </a:xfrm>
        </p:grpSpPr>
        <p:sp>
          <p:nvSpPr>
            <p:cNvPr id="9981" name="Google Shape;9981;p6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3"/>
          <p:cNvGrpSpPr/>
          <p:nvPr/>
        </p:nvGrpSpPr>
        <p:grpSpPr>
          <a:xfrm>
            <a:off x="3978523" y="2709261"/>
            <a:ext cx="348955" cy="346516"/>
            <a:chOff x="3978523" y="2884661"/>
            <a:chExt cx="348955" cy="346516"/>
          </a:xfrm>
        </p:grpSpPr>
        <p:sp>
          <p:nvSpPr>
            <p:cNvPr id="9992" name="Google Shape;9992;p6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3"/>
          <p:cNvGrpSpPr/>
          <p:nvPr/>
        </p:nvGrpSpPr>
        <p:grpSpPr>
          <a:xfrm>
            <a:off x="3556255" y="2709863"/>
            <a:ext cx="347435" cy="345534"/>
            <a:chOff x="3527780" y="2885263"/>
            <a:chExt cx="347435" cy="345534"/>
          </a:xfrm>
        </p:grpSpPr>
        <p:sp>
          <p:nvSpPr>
            <p:cNvPr id="10001" name="Google Shape;10001;p6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3"/>
          <p:cNvGrpSpPr/>
          <p:nvPr/>
        </p:nvGrpSpPr>
        <p:grpSpPr>
          <a:xfrm>
            <a:off x="2239671" y="2709103"/>
            <a:ext cx="218053" cy="348543"/>
            <a:chOff x="2239671" y="2884503"/>
            <a:chExt cx="218053" cy="348543"/>
          </a:xfrm>
        </p:grpSpPr>
        <p:sp>
          <p:nvSpPr>
            <p:cNvPr id="10025" name="Google Shape;10025;p6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3"/>
          <p:cNvGrpSpPr/>
          <p:nvPr/>
        </p:nvGrpSpPr>
        <p:grpSpPr>
          <a:xfrm>
            <a:off x="2691555" y="2709103"/>
            <a:ext cx="215044" cy="348924"/>
            <a:chOff x="2691555" y="2884503"/>
            <a:chExt cx="215044" cy="348924"/>
          </a:xfrm>
        </p:grpSpPr>
        <p:sp>
          <p:nvSpPr>
            <p:cNvPr id="10031" name="Google Shape;10031;p6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63"/>
          <p:cNvGrpSpPr/>
          <p:nvPr/>
        </p:nvGrpSpPr>
        <p:grpSpPr>
          <a:xfrm>
            <a:off x="1770459" y="2709103"/>
            <a:ext cx="254644" cy="348828"/>
            <a:chOff x="1770459" y="2884503"/>
            <a:chExt cx="254644" cy="348828"/>
          </a:xfrm>
        </p:grpSpPr>
        <p:sp>
          <p:nvSpPr>
            <p:cNvPr id="10035" name="Google Shape;10035;p6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3"/>
          <p:cNvGrpSpPr/>
          <p:nvPr/>
        </p:nvGrpSpPr>
        <p:grpSpPr>
          <a:xfrm>
            <a:off x="1317466" y="2709483"/>
            <a:ext cx="258382" cy="348543"/>
            <a:chOff x="1317466" y="2884883"/>
            <a:chExt cx="258382" cy="348543"/>
          </a:xfrm>
        </p:grpSpPr>
        <p:sp>
          <p:nvSpPr>
            <p:cNvPr id="10044" name="Google Shape;10044;p6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63"/>
          <p:cNvGrpSpPr/>
          <p:nvPr/>
        </p:nvGrpSpPr>
        <p:grpSpPr>
          <a:xfrm>
            <a:off x="3121167" y="2709483"/>
            <a:ext cx="258414" cy="348543"/>
            <a:chOff x="3121167" y="2884883"/>
            <a:chExt cx="258414" cy="348543"/>
          </a:xfrm>
        </p:grpSpPr>
        <p:sp>
          <p:nvSpPr>
            <p:cNvPr id="10053" name="Google Shape;10053;p6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3"/>
          <p:cNvGrpSpPr/>
          <p:nvPr/>
        </p:nvGrpSpPr>
        <p:grpSpPr>
          <a:xfrm>
            <a:off x="4899999" y="2706695"/>
            <a:ext cx="271244" cy="346801"/>
            <a:chOff x="4899999" y="2882095"/>
            <a:chExt cx="271244" cy="346801"/>
          </a:xfrm>
        </p:grpSpPr>
        <p:sp>
          <p:nvSpPr>
            <p:cNvPr id="10062" name="Google Shape;10062;p6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63"/>
          <p:cNvGrpSpPr/>
          <p:nvPr/>
        </p:nvGrpSpPr>
        <p:grpSpPr>
          <a:xfrm>
            <a:off x="7162775" y="2705713"/>
            <a:ext cx="259523" cy="346294"/>
            <a:chOff x="7162775" y="2881113"/>
            <a:chExt cx="259523" cy="346294"/>
          </a:xfrm>
        </p:grpSpPr>
        <p:sp>
          <p:nvSpPr>
            <p:cNvPr id="10073" name="Google Shape;10073;p6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63"/>
          <p:cNvGrpSpPr/>
          <p:nvPr/>
        </p:nvGrpSpPr>
        <p:grpSpPr>
          <a:xfrm>
            <a:off x="6709751" y="2706442"/>
            <a:ext cx="261075" cy="347815"/>
            <a:chOff x="6709751" y="2881842"/>
            <a:chExt cx="261075" cy="347815"/>
          </a:xfrm>
        </p:grpSpPr>
        <p:sp>
          <p:nvSpPr>
            <p:cNvPr id="10080" name="Google Shape;10080;p6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3"/>
          <p:cNvGrpSpPr/>
          <p:nvPr/>
        </p:nvGrpSpPr>
        <p:grpSpPr>
          <a:xfrm>
            <a:off x="5807156" y="2705713"/>
            <a:ext cx="261043" cy="348163"/>
            <a:chOff x="5807156" y="2881113"/>
            <a:chExt cx="261043" cy="348163"/>
          </a:xfrm>
        </p:grpSpPr>
        <p:sp>
          <p:nvSpPr>
            <p:cNvPr id="10087" name="Google Shape;10087;p6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63"/>
          <p:cNvGrpSpPr/>
          <p:nvPr/>
        </p:nvGrpSpPr>
        <p:grpSpPr>
          <a:xfrm>
            <a:off x="5355653" y="2706093"/>
            <a:ext cx="262184" cy="346643"/>
            <a:chOff x="5355653" y="2881493"/>
            <a:chExt cx="262184" cy="346643"/>
          </a:xfrm>
        </p:grpSpPr>
        <p:sp>
          <p:nvSpPr>
            <p:cNvPr id="10093" name="Google Shape;10093;p6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63"/>
          <p:cNvGrpSpPr/>
          <p:nvPr/>
        </p:nvGrpSpPr>
        <p:grpSpPr>
          <a:xfrm>
            <a:off x="8055961" y="2706442"/>
            <a:ext cx="260283" cy="345914"/>
            <a:chOff x="8055961" y="2881842"/>
            <a:chExt cx="260283" cy="345914"/>
          </a:xfrm>
        </p:grpSpPr>
        <p:sp>
          <p:nvSpPr>
            <p:cNvPr id="10099" name="Google Shape;10099;p6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63"/>
          <p:cNvGrpSpPr/>
          <p:nvPr/>
        </p:nvGrpSpPr>
        <p:grpSpPr>
          <a:xfrm>
            <a:off x="7609368" y="2718512"/>
            <a:ext cx="264813" cy="353105"/>
            <a:chOff x="7609368" y="2893912"/>
            <a:chExt cx="264813" cy="353105"/>
          </a:xfrm>
        </p:grpSpPr>
        <p:sp>
          <p:nvSpPr>
            <p:cNvPr id="10104" name="Google Shape;10104;p6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63"/>
          <p:cNvGrpSpPr/>
          <p:nvPr/>
        </p:nvGrpSpPr>
        <p:grpSpPr>
          <a:xfrm>
            <a:off x="6248458" y="2694372"/>
            <a:ext cx="270864" cy="360645"/>
            <a:chOff x="6248458" y="2869772"/>
            <a:chExt cx="270864" cy="360645"/>
          </a:xfrm>
        </p:grpSpPr>
        <p:sp>
          <p:nvSpPr>
            <p:cNvPr id="10111" name="Google Shape;10111;p6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63"/>
          <p:cNvGrpSpPr/>
          <p:nvPr/>
        </p:nvGrpSpPr>
        <p:grpSpPr>
          <a:xfrm>
            <a:off x="3075928" y="2270398"/>
            <a:ext cx="363243" cy="300675"/>
            <a:chOff x="3075928" y="2445798"/>
            <a:chExt cx="363243" cy="300675"/>
          </a:xfrm>
        </p:grpSpPr>
        <p:sp>
          <p:nvSpPr>
            <p:cNvPr id="10117" name="Google Shape;10117;p6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63"/>
          <p:cNvGrpSpPr/>
          <p:nvPr/>
        </p:nvGrpSpPr>
        <p:grpSpPr>
          <a:xfrm>
            <a:off x="2633105" y="2256459"/>
            <a:ext cx="363243" cy="328585"/>
            <a:chOff x="2633105" y="2431859"/>
            <a:chExt cx="363243" cy="328585"/>
          </a:xfrm>
        </p:grpSpPr>
        <p:sp>
          <p:nvSpPr>
            <p:cNvPr id="10129" name="Google Shape;10129;p6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63"/>
          <p:cNvGrpSpPr/>
          <p:nvPr/>
        </p:nvGrpSpPr>
        <p:grpSpPr>
          <a:xfrm>
            <a:off x="2189142" y="2245910"/>
            <a:ext cx="365904" cy="350064"/>
            <a:chOff x="2189142" y="2421310"/>
            <a:chExt cx="365904" cy="350064"/>
          </a:xfrm>
        </p:grpSpPr>
        <p:sp>
          <p:nvSpPr>
            <p:cNvPr id="10138" name="Google Shape;10138;p6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7" name="Google Shape;10147;p6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8" name="Google Shape;10148;p63"/>
          <p:cNvGrpSpPr/>
          <p:nvPr/>
        </p:nvGrpSpPr>
        <p:grpSpPr>
          <a:xfrm>
            <a:off x="3961923" y="2310917"/>
            <a:ext cx="364415" cy="220936"/>
            <a:chOff x="3961923" y="2486317"/>
            <a:chExt cx="364415" cy="220936"/>
          </a:xfrm>
        </p:grpSpPr>
        <p:sp>
          <p:nvSpPr>
            <p:cNvPr id="10149" name="Google Shape;10149;p6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3" name="Google Shape;10153;p6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63"/>
          <p:cNvGrpSpPr/>
          <p:nvPr/>
        </p:nvGrpSpPr>
        <p:grpSpPr>
          <a:xfrm>
            <a:off x="1303876" y="2243977"/>
            <a:ext cx="363275" cy="354626"/>
            <a:chOff x="1303876" y="2419377"/>
            <a:chExt cx="363275" cy="354626"/>
          </a:xfrm>
        </p:grpSpPr>
        <p:sp>
          <p:nvSpPr>
            <p:cNvPr id="10155" name="Google Shape;10155;p6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3"/>
          <p:cNvGrpSpPr/>
          <p:nvPr/>
        </p:nvGrpSpPr>
        <p:grpSpPr>
          <a:xfrm>
            <a:off x="861053" y="2239510"/>
            <a:ext cx="362134" cy="363623"/>
            <a:chOff x="861053" y="2414910"/>
            <a:chExt cx="362134" cy="363623"/>
          </a:xfrm>
        </p:grpSpPr>
        <p:sp>
          <p:nvSpPr>
            <p:cNvPr id="10164" name="Google Shape;10164;p6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3"/>
          <p:cNvGrpSpPr/>
          <p:nvPr/>
        </p:nvGrpSpPr>
        <p:grpSpPr>
          <a:xfrm>
            <a:off x="7594288" y="2239859"/>
            <a:ext cx="279513" cy="355735"/>
            <a:chOff x="7594288" y="2415259"/>
            <a:chExt cx="279513" cy="355735"/>
          </a:xfrm>
        </p:grpSpPr>
        <p:sp>
          <p:nvSpPr>
            <p:cNvPr id="10170" name="Google Shape;10170;p6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63"/>
          <p:cNvGrpSpPr/>
          <p:nvPr/>
        </p:nvGrpSpPr>
        <p:grpSpPr>
          <a:xfrm>
            <a:off x="7145794" y="2240239"/>
            <a:ext cx="278784" cy="355735"/>
            <a:chOff x="7145794" y="2415639"/>
            <a:chExt cx="278784" cy="355735"/>
          </a:xfrm>
        </p:grpSpPr>
        <p:sp>
          <p:nvSpPr>
            <p:cNvPr id="10177" name="Google Shape;10177;p6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3"/>
          <p:cNvGrpSpPr/>
          <p:nvPr/>
        </p:nvGrpSpPr>
        <p:grpSpPr>
          <a:xfrm>
            <a:off x="6698441" y="2239130"/>
            <a:ext cx="277644" cy="357984"/>
            <a:chOff x="6698441" y="2414530"/>
            <a:chExt cx="277644" cy="357984"/>
          </a:xfrm>
        </p:grpSpPr>
        <p:sp>
          <p:nvSpPr>
            <p:cNvPr id="10188" name="Google Shape;10188;p6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63"/>
          <p:cNvGrpSpPr/>
          <p:nvPr/>
        </p:nvGrpSpPr>
        <p:grpSpPr>
          <a:xfrm>
            <a:off x="4897750" y="2240239"/>
            <a:ext cx="279513" cy="357255"/>
            <a:chOff x="4897750" y="2415639"/>
            <a:chExt cx="279513" cy="357255"/>
          </a:xfrm>
        </p:grpSpPr>
        <p:sp>
          <p:nvSpPr>
            <p:cNvPr id="10195" name="Google Shape;10195;p6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63"/>
          <p:cNvGrpSpPr/>
          <p:nvPr/>
        </p:nvGrpSpPr>
        <p:grpSpPr>
          <a:xfrm>
            <a:off x="5812066" y="2240619"/>
            <a:ext cx="264813" cy="353454"/>
            <a:chOff x="5812066" y="2416019"/>
            <a:chExt cx="264813" cy="353454"/>
          </a:xfrm>
        </p:grpSpPr>
        <p:sp>
          <p:nvSpPr>
            <p:cNvPr id="10204" name="Google Shape;10204;p6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3"/>
          <p:cNvGrpSpPr/>
          <p:nvPr/>
        </p:nvGrpSpPr>
        <p:grpSpPr>
          <a:xfrm>
            <a:off x="8054820" y="2240999"/>
            <a:ext cx="264433" cy="353454"/>
            <a:chOff x="8054820" y="2416399"/>
            <a:chExt cx="264433" cy="353454"/>
          </a:xfrm>
        </p:grpSpPr>
        <p:sp>
          <p:nvSpPr>
            <p:cNvPr id="10212" name="Google Shape;10212;p6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63"/>
          <p:cNvGrpSpPr/>
          <p:nvPr/>
        </p:nvGrpSpPr>
        <p:grpSpPr>
          <a:xfrm>
            <a:off x="5356413" y="2237990"/>
            <a:ext cx="271212" cy="361374"/>
            <a:chOff x="5356413" y="2413390"/>
            <a:chExt cx="271212" cy="361374"/>
          </a:xfrm>
        </p:grpSpPr>
        <p:sp>
          <p:nvSpPr>
            <p:cNvPr id="10219" name="Google Shape;10219;p6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3"/>
          <p:cNvGrpSpPr/>
          <p:nvPr/>
        </p:nvGrpSpPr>
        <p:grpSpPr>
          <a:xfrm>
            <a:off x="6255238" y="2236849"/>
            <a:ext cx="271244" cy="360994"/>
            <a:chOff x="6255238" y="2412249"/>
            <a:chExt cx="271244" cy="360994"/>
          </a:xfrm>
        </p:grpSpPr>
        <p:sp>
          <p:nvSpPr>
            <p:cNvPr id="10225" name="Google Shape;10225;p6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3"/>
          <p:cNvGrpSpPr/>
          <p:nvPr/>
        </p:nvGrpSpPr>
        <p:grpSpPr>
          <a:xfrm>
            <a:off x="2185372" y="1782399"/>
            <a:ext cx="366664" cy="366981"/>
            <a:chOff x="2185372" y="1957799"/>
            <a:chExt cx="366664" cy="366981"/>
          </a:xfrm>
        </p:grpSpPr>
        <p:sp>
          <p:nvSpPr>
            <p:cNvPr id="10232" name="Google Shape;10232;p6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63"/>
          <p:cNvGrpSpPr/>
          <p:nvPr/>
        </p:nvGrpSpPr>
        <p:grpSpPr>
          <a:xfrm>
            <a:off x="1737258" y="1812971"/>
            <a:ext cx="370814" cy="307359"/>
            <a:chOff x="1737258" y="1988371"/>
            <a:chExt cx="370814" cy="307359"/>
          </a:xfrm>
        </p:grpSpPr>
        <p:sp>
          <p:nvSpPr>
            <p:cNvPr id="10241" name="Google Shape;10241;p6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63"/>
          <p:cNvGrpSpPr/>
          <p:nvPr/>
        </p:nvGrpSpPr>
        <p:grpSpPr>
          <a:xfrm>
            <a:off x="848983" y="1814111"/>
            <a:ext cx="369294" cy="304350"/>
            <a:chOff x="848983" y="1989511"/>
            <a:chExt cx="369294" cy="304350"/>
          </a:xfrm>
        </p:grpSpPr>
        <p:sp>
          <p:nvSpPr>
            <p:cNvPr id="10246" name="Google Shape;10246;p6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3"/>
          <p:cNvGrpSpPr/>
          <p:nvPr/>
        </p:nvGrpSpPr>
        <p:grpSpPr>
          <a:xfrm>
            <a:off x="3074027" y="1808377"/>
            <a:ext cx="380604" cy="313854"/>
            <a:chOff x="3074027" y="1983777"/>
            <a:chExt cx="380604" cy="313854"/>
          </a:xfrm>
        </p:grpSpPr>
        <p:sp>
          <p:nvSpPr>
            <p:cNvPr id="10252" name="Google Shape;10252;p6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63"/>
          <p:cNvGrpSpPr/>
          <p:nvPr/>
        </p:nvGrpSpPr>
        <p:grpSpPr>
          <a:xfrm>
            <a:off x="3522521" y="1800457"/>
            <a:ext cx="367013" cy="331278"/>
            <a:chOff x="3522521" y="1975857"/>
            <a:chExt cx="367013" cy="331278"/>
          </a:xfrm>
        </p:grpSpPr>
        <p:sp>
          <p:nvSpPr>
            <p:cNvPr id="10258" name="Google Shape;10258;p6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63"/>
          <p:cNvGrpSpPr/>
          <p:nvPr/>
        </p:nvGrpSpPr>
        <p:grpSpPr>
          <a:xfrm>
            <a:off x="2630824" y="1801566"/>
            <a:ext cx="368185" cy="330454"/>
            <a:chOff x="2630824" y="1976966"/>
            <a:chExt cx="368185" cy="330454"/>
          </a:xfrm>
        </p:grpSpPr>
        <p:sp>
          <p:nvSpPr>
            <p:cNvPr id="10266" name="Google Shape;10266;p6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63"/>
          <p:cNvGrpSpPr/>
          <p:nvPr/>
        </p:nvGrpSpPr>
        <p:grpSpPr>
          <a:xfrm>
            <a:off x="1293706" y="1791016"/>
            <a:ext cx="369294" cy="350444"/>
            <a:chOff x="1293706" y="1966416"/>
            <a:chExt cx="369294" cy="350444"/>
          </a:xfrm>
        </p:grpSpPr>
        <p:sp>
          <p:nvSpPr>
            <p:cNvPr id="10275" name="Google Shape;10275;p6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63"/>
          <p:cNvGrpSpPr/>
          <p:nvPr/>
        </p:nvGrpSpPr>
        <p:grpSpPr>
          <a:xfrm>
            <a:off x="3967213" y="1800077"/>
            <a:ext cx="368185" cy="331816"/>
            <a:chOff x="3967213" y="1975477"/>
            <a:chExt cx="368185" cy="331816"/>
          </a:xfrm>
        </p:grpSpPr>
        <p:sp>
          <p:nvSpPr>
            <p:cNvPr id="10284" name="Google Shape;10284;p6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3"/>
          <p:cNvGrpSpPr/>
          <p:nvPr/>
        </p:nvGrpSpPr>
        <p:grpSpPr>
          <a:xfrm>
            <a:off x="8047661" y="1793646"/>
            <a:ext cx="279132" cy="356875"/>
            <a:chOff x="8047661" y="1969046"/>
            <a:chExt cx="279132" cy="356875"/>
          </a:xfrm>
        </p:grpSpPr>
        <p:sp>
          <p:nvSpPr>
            <p:cNvPr id="10288" name="Google Shape;10288;p6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3"/>
          <p:cNvGrpSpPr/>
          <p:nvPr/>
        </p:nvGrpSpPr>
        <p:grpSpPr>
          <a:xfrm>
            <a:off x="7596157" y="1792759"/>
            <a:ext cx="279544" cy="358142"/>
            <a:chOff x="7596157" y="1968159"/>
            <a:chExt cx="279544" cy="358142"/>
          </a:xfrm>
        </p:grpSpPr>
        <p:sp>
          <p:nvSpPr>
            <p:cNvPr id="10293" name="Google Shape;10293;p6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3"/>
          <p:cNvGrpSpPr/>
          <p:nvPr/>
        </p:nvGrpSpPr>
        <p:grpSpPr>
          <a:xfrm>
            <a:off x="7147315" y="1793646"/>
            <a:ext cx="279513" cy="357636"/>
            <a:chOff x="7147315" y="1969046"/>
            <a:chExt cx="279513" cy="357636"/>
          </a:xfrm>
        </p:grpSpPr>
        <p:sp>
          <p:nvSpPr>
            <p:cNvPr id="10300" name="Google Shape;10300;p6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63"/>
          <p:cNvGrpSpPr/>
          <p:nvPr/>
        </p:nvGrpSpPr>
        <p:grpSpPr>
          <a:xfrm>
            <a:off x="6697681" y="1792917"/>
            <a:ext cx="280305" cy="359093"/>
            <a:chOff x="6697681" y="1968317"/>
            <a:chExt cx="280305" cy="359093"/>
          </a:xfrm>
        </p:grpSpPr>
        <p:sp>
          <p:nvSpPr>
            <p:cNvPr id="10308" name="Google Shape;10308;p6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63"/>
          <p:cNvGrpSpPr/>
          <p:nvPr/>
        </p:nvGrpSpPr>
        <p:grpSpPr>
          <a:xfrm>
            <a:off x="6248839" y="1792537"/>
            <a:ext cx="280273" cy="358744"/>
            <a:chOff x="6248839" y="1967937"/>
            <a:chExt cx="280273" cy="358744"/>
          </a:xfrm>
        </p:grpSpPr>
        <p:sp>
          <p:nvSpPr>
            <p:cNvPr id="10316" name="Google Shape;10316;p6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63"/>
          <p:cNvGrpSpPr/>
          <p:nvPr/>
        </p:nvGrpSpPr>
        <p:grpSpPr>
          <a:xfrm>
            <a:off x="5801485" y="1793646"/>
            <a:ext cx="279164" cy="357794"/>
            <a:chOff x="5801485" y="1969046"/>
            <a:chExt cx="279164" cy="357794"/>
          </a:xfrm>
        </p:grpSpPr>
        <p:sp>
          <p:nvSpPr>
            <p:cNvPr id="10323" name="Google Shape;10323;p6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3"/>
          <p:cNvGrpSpPr/>
          <p:nvPr/>
        </p:nvGrpSpPr>
        <p:grpSpPr>
          <a:xfrm>
            <a:off x="5352643" y="1793646"/>
            <a:ext cx="278404" cy="358364"/>
            <a:chOff x="5352643" y="1969046"/>
            <a:chExt cx="278404" cy="358364"/>
          </a:xfrm>
        </p:grpSpPr>
        <p:sp>
          <p:nvSpPr>
            <p:cNvPr id="10337" name="Google Shape;10337;p6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3"/>
          <p:cNvGrpSpPr/>
          <p:nvPr/>
        </p:nvGrpSpPr>
        <p:grpSpPr>
          <a:xfrm>
            <a:off x="4897750" y="1792917"/>
            <a:ext cx="279132" cy="358364"/>
            <a:chOff x="4897750" y="1968317"/>
            <a:chExt cx="279132" cy="358364"/>
          </a:xfrm>
        </p:grpSpPr>
        <p:sp>
          <p:nvSpPr>
            <p:cNvPr id="10342" name="Google Shape;10342;p6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5" name="Google Shape;10355;p6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6" name="Google Shape;10356;p63"/>
          <p:cNvGrpSpPr/>
          <p:nvPr/>
        </p:nvGrpSpPr>
        <p:grpSpPr>
          <a:xfrm>
            <a:off x="1767449" y="1337644"/>
            <a:ext cx="324403" cy="347783"/>
            <a:chOff x="1767449" y="1513044"/>
            <a:chExt cx="324403" cy="347783"/>
          </a:xfrm>
        </p:grpSpPr>
        <p:sp>
          <p:nvSpPr>
            <p:cNvPr id="10357" name="Google Shape;10357;p6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63"/>
          <p:cNvGrpSpPr/>
          <p:nvPr/>
        </p:nvGrpSpPr>
        <p:grpSpPr>
          <a:xfrm>
            <a:off x="4007193" y="1337327"/>
            <a:ext cx="320633" cy="348100"/>
            <a:chOff x="4007193" y="1512727"/>
            <a:chExt cx="320633" cy="348100"/>
          </a:xfrm>
        </p:grpSpPr>
        <p:sp>
          <p:nvSpPr>
            <p:cNvPr id="10367" name="Google Shape;10367;p6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63"/>
          <p:cNvGrpSpPr/>
          <p:nvPr/>
        </p:nvGrpSpPr>
        <p:grpSpPr>
          <a:xfrm>
            <a:off x="3530425" y="1333347"/>
            <a:ext cx="368175" cy="344594"/>
            <a:chOff x="3530425" y="1508747"/>
            <a:chExt cx="368175" cy="344594"/>
          </a:xfrm>
        </p:grpSpPr>
        <p:sp>
          <p:nvSpPr>
            <p:cNvPr id="10373" name="Google Shape;10373;p6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63"/>
          <p:cNvGrpSpPr/>
          <p:nvPr/>
        </p:nvGrpSpPr>
        <p:grpSpPr>
          <a:xfrm>
            <a:off x="3127598" y="1337834"/>
            <a:ext cx="289714" cy="347593"/>
            <a:chOff x="3127598" y="1513234"/>
            <a:chExt cx="289714" cy="347593"/>
          </a:xfrm>
        </p:grpSpPr>
        <p:sp>
          <p:nvSpPr>
            <p:cNvPr id="10378" name="Google Shape;10378;p6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63"/>
          <p:cNvGrpSpPr/>
          <p:nvPr/>
        </p:nvGrpSpPr>
        <p:grpSpPr>
          <a:xfrm>
            <a:off x="2662884" y="1337644"/>
            <a:ext cx="322914" cy="348543"/>
            <a:chOff x="2662884" y="1513044"/>
            <a:chExt cx="322914" cy="348543"/>
          </a:xfrm>
        </p:grpSpPr>
        <p:sp>
          <p:nvSpPr>
            <p:cNvPr id="10384" name="Google Shape;10384;p6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63"/>
          <p:cNvGrpSpPr/>
          <p:nvPr/>
        </p:nvGrpSpPr>
        <p:grpSpPr>
          <a:xfrm>
            <a:off x="2232511" y="1337359"/>
            <a:ext cx="299534" cy="348068"/>
            <a:chOff x="2232511" y="1512759"/>
            <a:chExt cx="299534" cy="348068"/>
          </a:xfrm>
        </p:grpSpPr>
        <p:sp>
          <p:nvSpPr>
            <p:cNvPr id="10395" name="Google Shape;10395;p6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3"/>
          <p:cNvGrpSpPr/>
          <p:nvPr/>
        </p:nvGrpSpPr>
        <p:grpSpPr>
          <a:xfrm>
            <a:off x="1331406" y="1337961"/>
            <a:ext cx="301784" cy="348607"/>
            <a:chOff x="1331406" y="1513361"/>
            <a:chExt cx="301784" cy="348607"/>
          </a:xfrm>
        </p:grpSpPr>
        <p:sp>
          <p:nvSpPr>
            <p:cNvPr id="10407" name="Google Shape;10407;p6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63"/>
          <p:cNvGrpSpPr/>
          <p:nvPr/>
        </p:nvGrpSpPr>
        <p:grpSpPr>
          <a:xfrm>
            <a:off x="7144274" y="1324814"/>
            <a:ext cx="282174" cy="355735"/>
            <a:chOff x="7144274" y="1500214"/>
            <a:chExt cx="282174" cy="355735"/>
          </a:xfrm>
        </p:grpSpPr>
        <p:sp>
          <p:nvSpPr>
            <p:cNvPr id="10412" name="Google Shape;10412;p6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3"/>
          <p:cNvGrpSpPr/>
          <p:nvPr/>
        </p:nvGrpSpPr>
        <p:grpSpPr>
          <a:xfrm>
            <a:off x="6685262" y="1324814"/>
            <a:ext cx="289682" cy="354594"/>
            <a:chOff x="6685262" y="1500214"/>
            <a:chExt cx="289682" cy="354594"/>
          </a:xfrm>
        </p:grpSpPr>
        <p:sp>
          <p:nvSpPr>
            <p:cNvPr id="10419" name="Google Shape;10419;p6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63"/>
          <p:cNvGrpSpPr/>
          <p:nvPr/>
        </p:nvGrpSpPr>
        <p:grpSpPr>
          <a:xfrm>
            <a:off x="6200938" y="1325194"/>
            <a:ext cx="322154" cy="355355"/>
            <a:chOff x="6200938" y="1500594"/>
            <a:chExt cx="322154" cy="355355"/>
          </a:xfrm>
        </p:grpSpPr>
        <p:sp>
          <p:nvSpPr>
            <p:cNvPr id="10424" name="Google Shape;10424;p6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63"/>
          <p:cNvGrpSpPr/>
          <p:nvPr/>
        </p:nvGrpSpPr>
        <p:grpSpPr>
          <a:xfrm>
            <a:off x="5289631" y="1324814"/>
            <a:ext cx="332355" cy="354974"/>
            <a:chOff x="5289631" y="1500214"/>
            <a:chExt cx="332355" cy="354974"/>
          </a:xfrm>
        </p:grpSpPr>
        <p:sp>
          <p:nvSpPr>
            <p:cNvPr id="10430" name="Google Shape;10430;p6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63"/>
          <p:cNvGrpSpPr/>
          <p:nvPr/>
        </p:nvGrpSpPr>
        <p:grpSpPr>
          <a:xfrm>
            <a:off x="5748295" y="1324433"/>
            <a:ext cx="323294" cy="356115"/>
            <a:chOff x="5748295" y="1499833"/>
            <a:chExt cx="323294" cy="356115"/>
          </a:xfrm>
        </p:grpSpPr>
        <p:sp>
          <p:nvSpPr>
            <p:cNvPr id="10437" name="Google Shape;10437;p6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3"/>
          <p:cNvGrpSpPr/>
          <p:nvPr/>
        </p:nvGrpSpPr>
        <p:grpSpPr>
          <a:xfrm>
            <a:off x="8047661" y="1325637"/>
            <a:ext cx="278404" cy="355260"/>
            <a:chOff x="8047661" y="1501037"/>
            <a:chExt cx="278404" cy="355260"/>
          </a:xfrm>
        </p:grpSpPr>
        <p:sp>
          <p:nvSpPr>
            <p:cNvPr id="10445" name="Google Shape;10445;p6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3"/>
          <p:cNvGrpSpPr/>
          <p:nvPr/>
        </p:nvGrpSpPr>
        <p:grpSpPr>
          <a:xfrm>
            <a:off x="4903389" y="1324814"/>
            <a:ext cx="267854" cy="355735"/>
            <a:chOff x="4903389" y="1500214"/>
            <a:chExt cx="267854" cy="355735"/>
          </a:xfrm>
        </p:grpSpPr>
        <p:sp>
          <p:nvSpPr>
            <p:cNvPr id="10450" name="Google Shape;10450;p6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63"/>
          <p:cNvGrpSpPr/>
          <p:nvPr/>
        </p:nvGrpSpPr>
        <p:grpSpPr>
          <a:xfrm>
            <a:off x="7613518" y="1325954"/>
            <a:ext cx="264433" cy="353074"/>
            <a:chOff x="7613518" y="1501354"/>
            <a:chExt cx="264433" cy="353074"/>
          </a:xfrm>
        </p:grpSpPr>
        <p:sp>
          <p:nvSpPr>
            <p:cNvPr id="10456" name="Google Shape;10456;p6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2" name="Google Shape;10462;p6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463" name="Google Shape;10463;p6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67" name="Shape 10467"/>
        <p:cNvGrpSpPr/>
        <p:nvPr/>
      </p:nvGrpSpPr>
      <p:grpSpPr>
        <a:xfrm>
          <a:off x="0" y="0"/>
          <a:ext cx="0" cy="0"/>
          <a:chOff x="0" y="0"/>
          <a:chExt cx="0" cy="0"/>
        </a:xfrm>
      </p:grpSpPr>
      <p:grpSp>
        <p:nvGrpSpPr>
          <p:cNvPr id="10468" name="Google Shape;10468;p64"/>
          <p:cNvGrpSpPr/>
          <p:nvPr/>
        </p:nvGrpSpPr>
        <p:grpSpPr>
          <a:xfrm>
            <a:off x="1757085" y="1325225"/>
            <a:ext cx="371069" cy="359396"/>
            <a:chOff x="1757085" y="1500675"/>
            <a:chExt cx="371069" cy="359396"/>
          </a:xfrm>
        </p:grpSpPr>
        <p:sp>
          <p:nvSpPr>
            <p:cNvPr id="10469" name="Google Shape;10469;p6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64"/>
          <p:cNvGrpSpPr/>
          <p:nvPr/>
        </p:nvGrpSpPr>
        <p:grpSpPr>
          <a:xfrm>
            <a:off x="2774209" y="1779241"/>
            <a:ext cx="116693" cy="374186"/>
            <a:chOff x="2774209" y="1954691"/>
            <a:chExt cx="116693" cy="374186"/>
          </a:xfrm>
        </p:grpSpPr>
        <p:sp>
          <p:nvSpPr>
            <p:cNvPr id="10499" name="Google Shape;10499;p6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64"/>
          <p:cNvGrpSpPr/>
          <p:nvPr/>
        </p:nvGrpSpPr>
        <p:grpSpPr>
          <a:xfrm>
            <a:off x="4017435" y="1324462"/>
            <a:ext cx="315092" cy="359397"/>
            <a:chOff x="4017435" y="1499912"/>
            <a:chExt cx="315092" cy="359397"/>
          </a:xfrm>
        </p:grpSpPr>
        <p:sp>
          <p:nvSpPr>
            <p:cNvPr id="10502" name="Google Shape;10502;p6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4"/>
          <p:cNvGrpSpPr/>
          <p:nvPr/>
        </p:nvGrpSpPr>
        <p:grpSpPr>
          <a:xfrm>
            <a:off x="3963652" y="1824309"/>
            <a:ext cx="374154" cy="284050"/>
            <a:chOff x="3963652" y="1999759"/>
            <a:chExt cx="374154" cy="284050"/>
          </a:xfrm>
        </p:grpSpPr>
        <p:sp>
          <p:nvSpPr>
            <p:cNvPr id="10505" name="Google Shape;10505;p6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64"/>
          <p:cNvGrpSpPr/>
          <p:nvPr/>
        </p:nvGrpSpPr>
        <p:grpSpPr>
          <a:xfrm>
            <a:off x="1777536" y="1839416"/>
            <a:ext cx="376444" cy="253772"/>
            <a:chOff x="1777536" y="2014866"/>
            <a:chExt cx="376444" cy="253772"/>
          </a:xfrm>
        </p:grpSpPr>
        <p:sp>
          <p:nvSpPr>
            <p:cNvPr id="10509" name="Google Shape;10509;p6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64"/>
          <p:cNvGrpSpPr/>
          <p:nvPr/>
        </p:nvGrpSpPr>
        <p:grpSpPr>
          <a:xfrm>
            <a:off x="1309875" y="1881876"/>
            <a:ext cx="374154" cy="169680"/>
            <a:chOff x="1309875" y="2057326"/>
            <a:chExt cx="374154" cy="169680"/>
          </a:xfrm>
        </p:grpSpPr>
        <p:sp>
          <p:nvSpPr>
            <p:cNvPr id="10515" name="Google Shape;10515;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6" name="Google Shape;10526;p6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7" name="Google Shape;10527;p64"/>
          <p:cNvGrpSpPr/>
          <p:nvPr/>
        </p:nvGrpSpPr>
        <p:grpSpPr>
          <a:xfrm>
            <a:off x="2347450" y="1779114"/>
            <a:ext cx="113639" cy="373168"/>
            <a:chOff x="2347450" y="1954564"/>
            <a:chExt cx="113639" cy="373168"/>
          </a:xfrm>
        </p:grpSpPr>
        <p:sp>
          <p:nvSpPr>
            <p:cNvPr id="10528" name="Google Shape;10528;p6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0" name="Google Shape;10530;p6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1" name="Google Shape;10531;p64"/>
          <p:cNvGrpSpPr/>
          <p:nvPr/>
        </p:nvGrpSpPr>
        <p:grpSpPr>
          <a:xfrm>
            <a:off x="3110102" y="1324430"/>
            <a:ext cx="330613" cy="358379"/>
            <a:chOff x="3110102" y="1499880"/>
            <a:chExt cx="330613" cy="358379"/>
          </a:xfrm>
        </p:grpSpPr>
        <p:sp>
          <p:nvSpPr>
            <p:cNvPr id="10532" name="Google Shape;10532;p6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9" name="Google Shape;10539;p6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0" name="Google Shape;10540;p64"/>
          <p:cNvGrpSpPr/>
          <p:nvPr/>
        </p:nvGrpSpPr>
        <p:grpSpPr>
          <a:xfrm>
            <a:off x="3485575" y="1824309"/>
            <a:ext cx="373772" cy="284050"/>
            <a:chOff x="3531200" y="1999759"/>
            <a:chExt cx="373772" cy="284050"/>
          </a:xfrm>
        </p:grpSpPr>
        <p:sp>
          <p:nvSpPr>
            <p:cNvPr id="10541" name="Google Shape;10541;p6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64"/>
          <p:cNvGrpSpPr/>
          <p:nvPr/>
        </p:nvGrpSpPr>
        <p:grpSpPr>
          <a:xfrm>
            <a:off x="2667058" y="1324843"/>
            <a:ext cx="330231" cy="359015"/>
            <a:chOff x="2667058" y="1500293"/>
            <a:chExt cx="330231" cy="359015"/>
          </a:xfrm>
        </p:grpSpPr>
        <p:sp>
          <p:nvSpPr>
            <p:cNvPr id="10546" name="Google Shape;10546;p6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64"/>
          <p:cNvGrpSpPr/>
          <p:nvPr/>
        </p:nvGrpSpPr>
        <p:grpSpPr>
          <a:xfrm>
            <a:off x="3567553" y="1324462"/>
            <a:ext cx="320022" cy="359778"/>
            <a:chOff x="3567553" y="1499912"/>
            <a:chExt cx="320022" cy="359778"/>
          </a:xfrm>
        </p:grpSpPr>
        <p:sp>
          <p:nvSpPr>
            <p:cNvPr id="10565" name="Google Shape;10565;p6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64"/>
          <p:cNvGrpSpPr/>
          <p:nvPr/>
        </p:nvGrpSpPr>
        <p:grpSpPr>
          <a:xfrm>
            <a:off x="1309875" y="1324462"/>
            <a:ext cx="359015" cy="358633"/>
            <a:chOff x="1309875" y="1499912"/>
            <a:chExt cx="359015" cy="358633"/>
          </a:xfrm>
        </p:grpSpPr>
        <p:sp>
          <p:nvSpPr>
            <p:cNvPr id="10572" name="Google Shape;10572;p6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64"/>
          <p:cNvGrpSpPr/>
          <p:nvPr/>
        </p:nvGrpSpPr>
        <p:grpSpPr>
          <a:xfrm>
            <a:off x="2219466" y="1324843"/>
            <a:ext cx="330613" cy="359015"/>
            <a:chOff x="2219466" y="1500293"/>
            <a:chExt cx="330613" cy="359015"/>
          </a:xfrm>
        </p:grpSpPr>
        <p:sp>
          <p:nvSpPr>
            <p:cNvPr id="10582" name="Google Shape;10582;p6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64"/>
          <p:cNvGrpSpPr/>
          <p:nvPr/>
        </p:nvGrpSpPr>
        <p:grpSpPr>
          <a:xfrm>
            <a:off x="5343544" y="1333908"/>
            <a:ext cx="244676" cy="351095"/>
            <a:chOff x="5343544" y="1509358"/>
            <a:chExt cx="244676" cy="351095"/>
          </a:xfrm>
        </p:grpSpPr>
        <p:sp>
          <p:nvSpPr>
            <p:cNvPr id="10585" name="Google Shape;10585;p6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64"/>
          <p:cNvGrpSpPr/>
          <p:nvPr/>
        </p:nvGrpSpPr>
        <p:grpSpPr>
          <a:xfrm>
            <a:off x="4882340" y="1333908"/>
            <a:ext cx="246171" cy="351095"/>
            <a:chOff x="4882340" y="1509358"/>
            <a:chExt cx="246171" cy="351095"/>
          </a:xfrm>
        </p:grpSpPr>
        <p:sp>
          <p:nvSpPr>
            <p:cNvPr id="10589" name="Google Shape;10589;p6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4"/>
          <p:cNvGrpSpPr/>
          <p:nvPr/>
        </p:nvGrpSpPr>
        <p:grpSpPr>
          <a:xfrm>
            <a:off x="6273204" y="1333558"/>
            <a:ext cx="236343" cy="351445"/>
            <a:chOff x="6273204" y="1509008"/>
            <a:chExt cx="236343" cy="351445"/>
          </a:xfrm>
        </p:grpSpPr>
        <p:sp>
          <p:nvSpPr>
            <p:cNvPr id="10595" name="Google Shape;10595;p6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7" name="Google Shape;10597;p6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8" name="Google Shape;10598;p64"/>
          <p:cNvGrpSpPr/>
          <p:nvPr/>
        </p:nvGrpSpPr>
        <p:grpSpPr>
          <a:xfrm>
            <a:off x="7219530" y="1332794"/>
            <a:ext cx="191625" cy="352209"/>
            <a:chOff x="7219530" y="1508244"/>
            <a:chExt cx="191625" cy="352209"/>
          </a:xfrm>
        </p:grpSpPr>
        <p:sp>
          <p:nvSpPr>
            <p:cNvPr id="10599" name="Google Shape;10599;p6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64"/>
          <p:cNvGrpSpPr/>
          <p:nvPr/>
        </p:nvGrpSpPr>
        <p:grpSpPr>
          <a:xfrm>
            <a:off x="7699309" y="1333176"/>
            <a:ext cx="154922" cy="351827"/>
            <a:chOff x="7699309" y="1508626"/>
            <a:chExt cx="154922" cy="351827"/>
          </a:xfrm>
        </p:grpSpPr>
        <p:sp>
          <p:nvSpPr>
            <p:cNvPr id="10602" name="Google Shape;10602;p6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64"/>
          <p:cNvGrpSpPr/>
          <p:nvPr/>
        </p:nvGrpSpPr>
        <p:grpSpPr>
          <a:xfrm>
            <a:off x="8161690" y="1333558"/>
            <a:ext cx="153396" cy="351064"/>
            <a:chOff x="8161690" y="1509008"/>
            <a:chExt cx="153396" cy="351064"/>
          </a:xfrm>
        </p:grpSpPr>
        <p:sp>
          <p:nvSpPr>
            <p:cNvPr id="10610" name="Google Shape;10610;p6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64"/>
          <p:cNvGrpSpPr/>
          <p:nvPr/>
        </p:nvGrpSpPr>
        <p:grpSpPr>
          <a:xfrm>
            <a:off x="6746940" y="1333431"/>
            <a:ext cx="213221" cy="352304"/>
            <a:chOff x="6746940" y="1508881"/>
            <a:chExt cx="213221" cy="352304"/>
          </a:xfrm>
        </p:grpSpPr>
        <p:sp>
          <p:nvSpPr>
            <p:cNvPr id="10615" name="Google Shape;10615;p6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4"/>
          <p:cNvGrpSpPr/>
          <p:nvPr/>
        </p:nvGrpSpPr>
        <p:grpSpPr>
          <a:xfrm>
            <a:off x="5770336" y="1832165"/>
            <a:ext cx="350682" cy="292097"/>
            <a:chOff x="5770336" y="2007615"/>
            <a:chExt cx="350682" cy="292097"/>
          </a:xfrm>
        </p:grpSpPr>
        <p:sp>
          <p:nvSpPr>
            <p:cNvPr id="10620" name="Google Shape;10620;p6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4"/>
          <p:cNvGrpSpPr/>
          <p:nvPr/>
        </p:nvGrpSpPr>
        <p:grpSpPr>
          <a:xfrm>
            <a:off x="5326878" y="1804908"/>
            <a:ext cx="350332" cy="346229"/>
            <a:chOff x="5326878" y="1980358"/>
            <a:chExt cx="350332" cy="346229"/>
          </a:xfrm>
        </p:grpSpPr>
        <p:sp>
          <p:nvSpPr>
            <p:cNvPr id="10625" name="Google Shape;10625;p6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9" name="Google Shape;10629;p6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0" name="Google Shape;10630;p64"/>
          <p:cNvGrpSpPr/>
          <p:nvPr/>
        </p:nvGrpSpPr>
        <p:grpSpPr>
          <a:xfrm>
            <a:off x="4883835" y="1817121"/>
            <a:ext cx="350300" cy="323043"/>
            <a:chOff x="4883835" y="1992571"/>
            <a:chExt cx="350300" cy="323043"/>
          </a:xfrm>
        </p:grpSpPr>
        <p:sp>
          <p:nvSpPr>
            <p:cNvPr id="10631" name="Google Shape;10631;p6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4"/>
          <p:cNvGrpSpPr/>
          <p:nvPr/>
        </p:nvGrpSpPr>
        <p:grpSpPr>
          <a:xfrm>
            <a:off x="7548967" y="1803477"/>
            <a:ext cx="333285" cy="349950"/>
            <a:chOff x="7548967" y="1978927"/>
            <a:chExt cx="333285" cy="349950"/>
          </a:xfrm>
        </p:grpSpPr>
        <p:sp>
          <p:nvSpPr>
            <p:cNvPr id="10638" name="Google Shape;10638;p6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4"/>
          <p:cNvGrpSpPr/>
          <p:nvPr/>
        </p:nvGrpSpPr>
        <p:grpSpPr>
          <a:xfrm>
            <a:off x="6214142" y="1803477"/>
            <a:ext cx="346515" cy="350300"/>
            <a:chOff x="6214142" y="1978927"/>
            <a:chExt cx="346515" cy="350300"/>
          </a:xfrm>
        </p:grpSpPr>
        <p:sp>
          <p:nvSpPr>
            <p:cNvPr id="10646" name="Google Shape;10646;p6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4"/>
          <p:cNvGrpSpPr/>
          <p:nvPr/>
        </p:nvGrpSpPr>
        <p:grpSpPr>
          <a:xfrm>
            <a:off x="7105923" y="1803095"/>
            <a:ext cx="333285" cy="350682"/>
            <a:chOff x="7105923" y="1978545"/>
            <a:chExt cx="333285" cy="350682"/>
          </a:xfrm>
        </p:grpSpPr>
        <p:sp>
          <p:nvSpPr>
            <p:cNvPr id="10649" name="Google Shape;10649;p6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6" name="Google Shape;10656;p6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8" name="Google Shape;10658;p64"/>
          <p:cNvGrpSpPr/>
          <p:nvPr/>
        </p:nvGrpSpPr>
        <p:grpSpPr>
          <a:xfrm>
            <a:off x="3616406" y="2246902"/>
            <a:ext cx="203393" cy="351827"/>
            <a:chOff x="3616406" y="2422352"/>
            <a:chExt cx="203393" cy="351827"/>
          </a:xfrm>
        </p:grpSpPr>
        <p:sp>
          <p:nvSpPr>
            <p:cNvPr id="10659" name="Google Shape;10659;p6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64"/>
          <p:cNvGrpSpPr/>
          <p:nvPr/>
        </p:nvGrpSpPr>
        <p:grpSpPr>
          <a:xfrm>
            <a:off x="878187" y="2246520"/>
            <a:ext cx="272696" cy="351827"/>
            <a:chOff x="913012" y="2421970"/>
            <a:chExt cx="272696" cy="351827"/>
          </a:xfrm>
        </p:grpSpPr>
        <p:sp>
          <p:nvSpPr>
            <p:cNvPr id="10662" name="Google Shape;10662;p6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4"/>
          <p:cNvGrpSpPr/>
          <p:nvPr/>
        </p:nvGrpSpPr>
        <p:grpSpPr>
          <a:xfrm>
            <a:off x="2274743" y="2246902"/>
            <a:ext cx="255649" cy="351445"/>
            <a:chOff x="2274743" y="2422352"/>
            <a:chExt cx="255649" cy="351445"/>
          </a:xfrm>
        </p:grpSpPr>
        <p:sp>
          <p:nvSpPr>
            <p:cNvPr id="10667" name="Google Shape;10667;p6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4"/>
          <p:cNvGrpSpPr/>
          <p:nvPr/>
        </p:nvGrpSpPr>
        <p:grpSpPr>
          <a:xfrm>
            <a:off x="2708723" y="2245789"/>
            <a:ext cx="246552" cy="352558"/>
            <a:chOff x="2708723" y="2421239"/>
            <a:chExt cx="246552" cy="352558"/>
          </a:xfrm>
        </p:grpSpPr>
        <p:sp>
          <p:nvSpPr>
            <p:cNvPr id="10671" name="Google Shape;10671;p6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64"/>
          <p:cNvGrpSpPr/>
          <p:nvPr/>
        </p:nvGrpSpPr>
        <p:grpSpPr>
          <a:xfrm>
            <a:off x="1835485" y="2246902"/>
            <a:ext cx="259433" cy="350714"/>
            <a:chOff x="1835485" y="2422352"/>
            <a:chExt cx="259433" cy="350714"/>
          </a:xfrm>
        </p:grpSpPr>
        <p:sp>
          <p:nvSpPr>
            <p:cNvPr id="10674" name="Google Shape;10674;p6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64"/>
          <p:cNvGrpSpPr/>
          <p:nvPr/>
        </p:nvGrpSpPr>
        <p:grpSpPr>
          <a:xfrm>
            <a:off x="3150240" y="2246902"/>
            <a:ext cx="212489" cy="351445"/>
            <a:chOff x="3150240" y="2422352"/>
            <a:chExt cx="212489" cy="351445"/>
          </a:xfrm>
        </p:grpSpPr>
        <p:sp>
          <p:nvSpPr>
            <p:cNvPr id="10682" name="Google Shape;10682;p6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4"/>
          <p:cNvGrpSpPr/>
          <p:nvPr/>
        </p:nvGrpSpPr>
        <p:grpSpPr>
          <a:xfrm>
            <a:off x="1367060" y="2246679"/>
            <a:ext cx="269261" cy="352050"/>
            <a:chOff x="1367060" y="2422129"/>
            <a:chExt cx="269261" cy="352050"/>
          </a:xfrm>
        </p:grpSpPr>
        <p:sp>
          <p:nvSpPr>
            <p:cNvPr id="10685" name="Google Shape;10685;p6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9" name="Google Shape;10699;p6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0" name="Google Shape;10700;p64"/>
          <p:cNvGrpSpPr/>
          <p:nvPr/>
        </p:nvGrpSpPr>
        <p:grpSpPr>
          <a:xfrm>
            <a:off x="4882690" y="2249955"/>
            <a:ext cx="274573" cy="350682"/>
            <a:chOff x="4882690" y="2425405"/>
            <a:chExt cx="274573" cy="350682"/>
          </a:xfrm>
        </p:grpSpPr>
        <p:sp>
          <p:nvSpPr>
            <p:cNvPr id="10701" name="Google Shape;10701;p6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64"/>
          <p:cNvGrpSpPr/>
          <p:nvPr/>
        </p:nvGrpSpPr>
        <p:grpSpPr>
          <a:xfrm>
            <a:off x="6627639" y="2268434"/>
            <a:ext cx="355993" cy="313247"/>
            <a:chOff x="6627639" y="2443884"/>
            <a:chExt cx="355993" cy="313247"/>
          </a:xfrm>
        </p:grpSpPr>
        <p:sp>
          <p:nvSpPr>
            <p:cNvPr id="10704" name="Google Shape;10704;p6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64"/>
          <p:cNvGrpSpPr/>
          <p:nvPr/>
        </p:nvGrpSpPr>
        <p:grpSpPr>
          <a:xfrm>
            <a:off x="6183451" y="2286690"/>
            <a:ext cx="351445" cy="277976"/>
            <a:chOff x="6183451" y="2462140"/>
            <a:chExt cx="351445" cy="277976"/>
          </a:xfrm>
        </p:grpSpPr>
        <p:sp>
          <p:nvSpPr>
            <p:cNvPr id="10708" name="Google Shape;10708;p6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64"/>
          <p:cNvGrpSpPr/>
          <p:nvPr/>
        </p:nvGrpSpPr>
        <p:grpSpPr>
          <a:xfrm>
            <a:off x="5735477" y="2254408"/>
            <a:ext cx="353354" cy="341299"/>
            <a:chOff x="5735477" y="2429858"/>
            <a:chExt cx="353354" cy="341299"/>
          </a:xfrm>
        </p:grpSpPr>
        <p:sp>
          <p:nvSpPr>
            <p:cNvPr id="10716" name="Google Shape;10716;p6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4"/>
          <p:cNvGrpSpPr/>
          <p:nvPr/>
        </p:nvGrpSpPr>
        <p:grpSpPr>
          <a:xfrm>
            <a:off x="5243735" y="2271523"/>
            <a:ext cx="405255" cy="275499"/>
            <a:chOff x="5283337" y="2478774"/>
            <a:chExt cx="358633" cy="243913"/>
          </a:xfrm>
        </p:grpSpPr>
        <p:sp>
          <p:nvSpPr>
            <p:cNvPr id="10723" name="Google Shape;10723;p6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64"/>
          <p:cNvGrpSpPr/>
          <p:nvPr/>
        </p:nvGrpSpPr>
        <p:grpSpPr>
          <a:xfrm>
            <a:off x="7964753" y="2295373"/>
            <a:ext cx="362068" cy="258670"/>
            <a:chOff x="7964753" y="2470823"/>
            <a:chExt cx="362068" cy="258670"/>
          </a:xfrm>
        </p:grpSpPr>
        <p:sp>
          <p:nvSpPr>
            <p:cNvPr id="10741" name="Google Shape;10741;p6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64"/>
          <p:cNvGrpSpPr/>
          <p:nvPr/>
        </p:nvGrpSpPr>
        <p:grpSpPr>
          <a:xfrm>
            <a:off x="7524349" y="2280997"/>
            <a:ext cx="350332" cy="288948"/>
            <a:chOff x="7524349" y="2456447"/>
            <a:chExt cx="350332" cy="288948"/>
          </a:xfrm>
        </p:grpSpPr>
        <p:sp>
          <p:nvSpPr>
            <p:cNvPr id="10751" name="Google Shape;10751;p6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64"/>
          <p:cNvGrpSpPr/>
          <p:nvPr/>
        </p:nvGrpSpPr>
        <p:grpSpPr>
          <a:xfrm>
            <a:off x="3972749" y="2719143"/>
            <a:ext cx="355230" cy="356725"/>
            <a:chOff x="3972749" y="2894211"/>
            <a:chExt cx="355230" cy="356725"/>
          </a:xfrm>
        </p:grpSpPr>
        <p:sp>
          <p:nvSpPr>
            <p:cNvPr id="10757" name="Google Shape;10757;p6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64"/>
          <p:cNvGrpSpPr/>
          <p:nvPr/>
        </p:nvGrpSpPr>
        <p:grpSpPr>
          <a:xfrm>
            <a:off x="3527797" y="2743553"/>
            <a:ext cx="355993" cy="307904"/>
            <a:chOff x="3527797" y="2918796"/>
            <a:chExt cx="355993" cy="307904"/>
          </a:xfrm>
        </p:grpSpPr>
        <p:sp>
          <p:nvSpPr>
            <p:cNvPr id="10763" name="Google Shape;10763;p6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4"/>
          <p:cNvGrpSpPr/>
          <p:nvPr/>
        </p:nvGrpSpPr>
        <p:grpSpPr>
          <a:xfrm>
            <a:off x="3082845" y="2746336"/>
            <a:ext cx="356375" cy="302338"/>
            <a:chOff x="3082845" y="2920959"/>
            <a:chExt cx="356375" cy="302338"/>
          </a:xfrm>
        </p:grpSpPr>
        <p:sp>
          <p:nvSpPr>
            <p:cNvPr id="10774" name="Google Shape;10774;p6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4"/>
          <p:cNvGrpSpPr/>
          <p:nvPr/>
        </p:nvGrpSpPr>
        <p:grpSpPr>
          <a:xfrm>
            <a:off x="2639038" y="2719699"/>
            <a:ext cx="355612" cy="355612"/>
            <a:chOff x="2639038" y="2894942"/>
            <a:chExt cx="355612" cy="355612"/>
          </a:xfrm>
        </p:grpSpPr>
        <p:sp>
          <p:nvSpPr>
            <p:cNvPr id="10777" name="Google Shape;10777;p6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64"/>
          <p:cNvGrpSpPr/>
          <p:nvPr/>
        </p:nvGrpSpPr>
        <p:grpSpPr>
          <a:xfrm>
            <a:off x="2194468" y="2763622"/>
            <a:ext cx="355993" cy="267766"/>
            <a:chOff x="2194468" y="2938865"/>
            <a:chExt cx="355993" cy="267766"/>
          </a:xfrm>
        </p:grpSpPr>
        <p:sp>
          <p:nvSpPr>
            <p:cNvPr id="10780" name="Google Shape;10780;p6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64"/>
          <p:cNvGrpSpPr/>
          <p:nvPr/>
        </p:nvGrpSpPr>
        <p:grpSpPr>
          <a:xfrm>
            <a:off x="1749897" y="2719699"/>
            <a:ext cx="355993" cy="355612"/>
            <a:chOff x="1749897" y="2894561"/>
            <a:chExt cx="355993" cy="355612"/>
          </a:xfrm>
        </p:grpSpPr>
        <p:sp>
          <p:nvSpPr>
            <p:cNvPr id="10801" name="Google Shape;10801;p6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64"/>
          <p:cNvGrpSpPr/>
          <p:nvPr/>
        </p:nvGrpSpPr>
        <p:grpSpPr>
          <a:xfrm>
            <a:off x="1305327" y="2718761"/>
            <a:ext cx="357520" cy="357488"/>
            <a:chOff x="1305327" y="2894211"/>
            <a:chExt cx="357520" cy="357488"/>
          </a:xfrm>
        </p:grpSpPr>
        <p:sp>
          <p:nvSpPr>
            <p:cNvPr id="10813" name="Google Shape;10813;p6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64"/>
          <p:cNvGrpSpPr/>
          <p:nvPr/>
        </p:nvGrpSpPr>
        <p:grpSpPr>
          <a:xfrm>
            <a:off x="853950" y="2720860"/>
            <a:ext cx="364104" cy="353290"/>
            <a:chOff x="853950" y="2894720"/>
            <a:chExt cx="364104" cy="353290"/>
          </a:xfrm>
        </p:grpSpPr>
        <p:sp>
          <p:nvSpPr>
            <p:cNvPr id="10819" name="Google Shape;10819;p6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64"/>
          <p:cNvGrpSpPr/>
          <p:nvPr/>
        </p:nvGrpSpPr>
        <p:grpSpPr>
          <a:xfrm>
            <a:off x="7066548" y="2737144"/>
            <a:ext cx="352209" cy="334938"/>
            <a:chOff x="7066548" y="2912594"/>
            <a:chExt cx="352209" cy="334938"/>
          </a:xfrm>
        </p:grpSpPr>
        <p:sp>
          <p:nvSpPr>
            <p:cNvPr id="10827" name="Google Shape;10827;p6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3" name="Google Shape;10833;p6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5" name="Google Shape;10835;p64"/>
          <p:cNvGrpSpPr/>
          <p:nvPr/>
        </p:nvGrpSpPr>
        <p:grpSpPr>
          <a:xfrm>
            <a:off x="7541397" y="2729352"/>
            <a:ext cx="318495" cy="352209"/>
            <a:chOff x="7541397" y="2904802"/>
            <a:chExt cx="318495" cy="352209"/>
          </a:xfrm>
        </p:grpSpPr>
        <p:sp>
          <p:nvSpPr>
            <p:cNvPr id="10836" name="Google Shape;10836;p6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64"/>
          <p:cNvGrpSpPr/>
          <p:nvPr/>
        </p:nvGrpSpPr>
        <p:grpSpPr>
          <a:xfrm>
            <a:off x="8003015" y="2728589"/>
            <a:ext cx="306759" cy="351445"/>
            <a:chOff x="8003015" y="2904039"/>
            <a:chExt cx="306759" cy="351445"/>
          </a:xfrm>
        </p:grpSpPr>
        <p:sp>
          <p:nvSpPr>
            <p:cNvPr id="10839" name="Google Shape;10839;p6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64"/>
          <p:cNvGrpSpPr/>
          <p:nvPr/>
        </p:nvGrpSpPr>
        <p:grpSpPr>
          <a:xfrm>
            <a:off x="5687770" y="2710046"/>
            <a:ext cx="369638" cy="369606"/>
            <a:chOff x="5687770" y="2885496"/>
            <a:chExt cx="369638" cy="369606"/>
          </a:xfrm>
        </p:grpSpPr>
        <p:sp>
          <p:nvSpPr>
            <p:cNvPr id="10846" name="Google Shape;10846;p6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4"/>
          <p:cNvGrpSpPr/>
          <p:nvPr/>
        </p:nvGrpSpPr>
        <p:grpSpPr>
          <a:xfrm>
            <a:off x="4881958" y="2729352"/>
            <a:ext cx="156417" cy="349537"/>
            <a:chOff x="4881958" y="2904802"/>
            <a:chExt cx="156417" cy="349537"/>
          </a:xfrm>
        </p:grpSpPr>
        <p:sp>
          <p:nvSpPr>
            <p:cNvPr id="10857" name="Google Shape;10857;p6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4"/>
          <p:cNvGrpSpPr/>
          <p:nvPr/>
        </p:nvGrpSpPr>
        <p:grpSpPr>
          <a:xfrm>
            <a:off x="5230318" y="2711064"/>
            <a:ext cx="371133" cy="367443"/>
            <a:chOff x="5230318" y="2886514"/>
            <a:chExt cx="371133" cy="367443"/>
          </a:xfrm>
        </p:grpSpPr>
        <p:sp>
          <p:nvSpPr>
            <p:cNvPr id="10865" name="Google Shape;10865;p6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4"/>
          <p:cNvGrpSpPr/>
          <p:nvPr/>
        </p:nvGrpSpPr>
        <p:grpSpPr>
          <a:xfrm>
            <a:off x="5748358" y="3259128"/>
            <a:ext cx="352590" cy="182561"/>
            <a:chOff x="5748358" y="3434578"/>
            <a:chExt cx="352590" cy="182561"/>
          </a:xfrm>
        </p:grpSpPr>
        <p:sp>
          <p:nvSpPr>
            <p:cNvPr id="10875" name="Google Shape;10875;p6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64"/>
          <p:cNvGrpSpPr/>
          <p:nvPr/>
        </p:nvGrpSpPr>
        <p:grpSpPr>
          <a:xfrm>
            <a:off x="862283" y="4099321"/>
            <a:ext cx="341204" cy="359301"/>
            <a:chOff x="862283" y="4274771"/>
            <a:chExt cx="341204" cy="359301"/>
          </a:xfrm>
        </p:grpSpPr>
        <p:sp>
          <p:nvSpPr>
            <p:cNvPr id="10882" name="Google Shape;10882;p6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4"/>
          <p:cNvGrpSpPr/>
          <p:nvPr/>
        </p:nvGrpSpPr>
        <p:grpSpPr>
          <a:xfrm>
            <a:off x="1396957" y="4111915"/>
            <a:ext cx="301861" cy="332871"/>
            <a:chOff x="1396957" y="4287365"/>
            <a:chExt cx="301861" cy="332871"/>
          </a:xfrm>
        </p:grpSpPr>
        <p:sp>
          <p:nvSpPr>
            <p:cNvPr id="10886" name="Google Shape;10886;p6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64"/>
          <p:cNvGrpSpPr/>
          <p:nvPr/>
        </p:nvGrpSpPr>
        <p:grpSpPr>
          <a:xfrm>
            <a:off x="1865381" y="4102056"/>
            <a:ext cx="396131" cy="355612"/>
            <a:chOff x="1865381" y="4277506"/>
            <a:chExt cx="396131" cy="355612"/>
          </a:xfrm>
        </p:grpSpPr>
        <p:sp>
          <p:nvSpPr>
            <p:cNvPr id="10902" name="Google Shape;10902;p6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64"/>
          <p:cNvGrpSpPr/>
          <p:nvPr/>
        </p:nvGrpSpPr>
        <p:grpSpPr>
          <a:xfrm>
            <a:off x="2411823" y="4128549"/>
            <a:ext cx="334398" cy="299953"/>
            <a:chOff x="2411823" y="4303999"/>
            <a:chExt cx="334398" cy="299953"/>
          </a:xfrm>
        </p:grpSpPr>
        <p:sp>
          <p:nvSpPr>
            <p:cNvPr id="10909" name="Google Shape;10909;p6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4"/>
          <p:cNvGrpSpPr/>
          <p:nvPr/>
        </p:nvGrpSpPr>
        <p:grpSpPr>
          <a:xfrm>
            <a:off x="2903337" y="4103582"/>
            <a:ext cx="382519" cy="350682"/>
            <a:chOff x="2903337" y="4279032"/>
            <a:chExt cx="382519" cy="350682"/>
          </a:xfrm>
        </p:grpSpPr>
        <p:sp>
          <p:nvSpPr>
            <p:cNvPr id="10917" name="Google Shape;10917;p6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64"/>
          <p:cNvGrpSpPr/>
          <p:nvPr/>
        </p:nvGrpSpPr>
        <p:grpSpPr>
          <a:xfrm>
            <a:off x="3933342" y="4140317"/>
            <a:ext cx="383632" cy="276449"/>
            <a:chOff x="3933342" y="4315767"/>
            <a:chExt cx="383632" cy="276449"/>
          </a:xfrm>
        </p:grpSpPr>
        <p:sp>
          <p:nvSpPr>
            <p:cNvPr id="10933" name="Google Shape;10933;p6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64"/>
          <p:cNvGrpSpPr/>
          <p:nvPr/>
        </p:nvGrpSpPr>
        <p:grpSpPr>
          <a:xfrm>
            <a:off x="3441065" y="4127055"/>
            <a:ext cx="337069" cy="302593"/>
            <a:chOff x="3441065" y="4302505"/>
            <a:chExt cx="337069" cy="302593"/>
          </a:xfrm>
        </p:grpSpPr>
        <p:sp>
          <p:nvSpPr>
            <p:cNvPr id="10940" name="Google Shape;10940;p6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64"/>
          <p:cNvGrpSpPr/>
          <p:nvPr/>
        </p:nvGrpSpPr>
        <p:grpSpPr>
          <a:xfrm>
            <a:off x="3532345" y="3187185"/>
            <a:ext cx="339328" cy="336274"/>
            <a:chOff x="3532345" y="3362635"/>
            <a:chExt cx="339328" cy="336274"/>
          </a:xfrm>
        </p:grpSpPr>
        <p:sp>
          <p:nvSpPr>
            <p:cNvPr id="10954" name="Google Shape;10954;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9" name="Google Shape;10959;p6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0" name="Google Shape;10960;p64"/>
          <p:cNvGrpSpPr/>
          <p:nvPr/>
        </p:nvGrpSpPr>
        <p:grpSpPr>
          <a:xfrm>
            <a:off x="1883955" y="3633250"/>
            <a:ext cx="162873" cy="351445"/>
            <a:chOff x="1883955" y="3808700"/>
            <a:chExt cx="162873" cy="351445"/>
          </a:xfrm>
        </p:grpSpPr>
        <p:sp>
          <p:nvSpPr>
            <p:cNvPr id="10961" name="Google Shape;10961;p6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64"/>
          <p:cNvGrpSpPr/>
          <p:nvPr/>
        </p:nvGrpSpPr>
        <p:grpSpPr>
          <a:xfrm>
            <a:off x="939156" y="3633759"/>
            <a:ext cx="192007" cy="351318"/>
            <a:chOff x="939156" y="3809209"/>
            <a:chExt cx="192007" cy="351318"/>
          </a:xfrm>
        </p:grpSpPr>
        <p:sp>
          <p:nvSpPr>
            <p:cNvPr id="10964" name="Google Shape;10964;p6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4"/>
          <p:cNvGrpSpPr/>
          <p:nvPr/>
        </p:nvGrpSpPr>
        <p:grpSpPr>
          <a:xfrm>
            <a:off x="2306167" y="3634395"/>
            <a:ext cx="193915" cy="349155"/>
            <a:chOff x="2306167" y="3809845"/>
            <a:chExt cx="193915" cy="349155"/>
          </a:xfrm>
        </p:grpSpPr>
        <p:sp>
          <p:nvSpPr>
            <p:cNvPr id="10967" name="Google Shape;10967;p6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64"/>
          <p:cNvGrpSpPr/>
          <p:nvPr/>
        </p:nvGrpSpPr>
        <p:grpSpPr>
          <a:xfrm>
            <a:off x="1323901" y="3631723"/>
            <a:ext cx="356343" cy="356757"/>
            <a:chOff x="1323901" y="3807173"/>
            <a:chExt cx="356343" cy="356757"/>
          </a:xfrm>
        </p:grpSpPr>
        <p:sp>
          <p:nvSpPr>
            <p:cNvPr id="10975" name="Google Shape;10975;p6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9" name="Google Shape;10999;p6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0" name="Google Shape;11000;p64"/>
          <p:cNvGrpSpPr/>
          <p:nvPr/>
        </p:nvGrpSpPr>
        <p:grpSpPr>
          <a:xfrm>
            <a:off x="859262" y="3178470"/>
            <a:ext cx="306759" cy="351445"/>
            <a:chOff x="859262" y="3353920"/>
            <a:chExt cx="306759" cy="351445"/>
          </a:xfrm>
        </p:grpSpPr>
        <p:sp>
          <p:nvSpPr>
            <p:cNvPr id="11001" name="Google Shape;11001;p6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6" name="Google Shape;11006;p6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7" name="Google Shape;11007;p64"/>
          <p:cNvGrpSpPr/>
          <p:nvPr/>
        </p:nvGrpSpPr>
        <p:grpSpPr>
          <a:xfrm>
            <a:off x="3967437" y="3661652"/>
            <a:ext cx="364708" cy="295405"/>
            <a:chOff x="3967437" y="3837102"/>
            <a:chExt cx="364708" cy="295405"/>
          </a:xfrm>
        </p:grpSpPr>
        <p:sp>
          <p:nvSpPr>
            <p:cNvPr id="11008" name="Google Shape;11008;p6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6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6" name="Google Shape;11016;p64"/>
          <p:cNvGrpSpPr/>
          <p:nvPr/>
        </p:nvGrpSpPr>
        <p:grpSpPr>
          <a:xfrm>
            <a:off x="5811827" y="3631001"/>
            <a:ext cx="283743" cy="308444"/>
            <a:chOff x="5964227" y="3858701"/>
            <a:chExt cx="283743" cy="308444"/>
          </a:xfrm>
        </p:grpSpPr>
        <p:sp>
          <p:nvSpPr>
            <p:cNvPr id="11017" name="Google Shape;11017;p6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64"/>
          <p:cNvGrpSpPr/>
          <p:nvPr/>
        </p:nvGrpSpPr>
        <p:grpSpPr>
          <a:xfrm>
            <a:off x="6243508" y="3697623"/>
            <a:ext cx="320372" cy="213602"/>
            <a:chOff x="6395908" y="3873073"/>
            <a:chExt cx="320372" cy="213602"/>
          </a:xfrm>
        </p:grpSpPr>
        <p:sp>
          <p:nvSpPr>
            <p:cNvPr id="11022" name="Google Shape;11022;p6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64"/>
          <p:cNvGrpSpPr/>
          <p:nvPr/>
        </p:nvGrpSpPr>
        <p:grpSpPr>
          <a:xfrm>
            <a:off x="7262890" y="3627366"/>
            <a:ext cx="357138" cy="352018"/>
            <a:chOff x="7415290" y="3802816"/>
            <a:chExt cx="357138" cy="352018"/>
          </a:xfrm>
        </p:grpSpPr>
        <p:sp>
          <p:nvSpPr>
            <p:cNvPr id="11033" name="Google Shape;11033;p6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4"/>
          <p:cNvGrpSpPr/>
          <p:nvPr/>
        </p:nvGrpSpPr>
        <p:grpSpPr>
          <a:xfrm>
            <a:off x="6737312" y="3657963"/>
            <a:ext cx="355230" cy="293401"/>
            <a:chOff x="6889712" y="3833413"/>
            <a:chExt cx="355230" cy="293401"/>
          </a:xfrm>
        </p:grpSpPr>
        <p:sp>
          <p:nvSpPr>
            <p:cNvPr id="11042" name="Google Shape;11042;p6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4"/>
          <p:cNvGrpSpPr/>
          <p:nvPr/>
        </p:nvGrpSpPr>
        <p:grpSpPr>
          <a:xfrm>
            <a:off x="7707152" y="3660420"/>
            <a:ext cx="282318" cy="337168"/>
            <a:chOff x="1635875" y="237775"/>
            <a:chExt cx="4370250" cy="5219325"/>
          </a:xfrm>
        </p:grpSpPr>
        <p:sp>
          <p:nvSpPr>
            <p:cNvPr id="11048" name="Google Shape;11048;p6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64"/>
          <p:cNvGrpSpPr/>
          <p:nvPr/>
        </p:nvGrpSpPr>
        <p:grpSpPr>
          <a:xfrm>
            <a:off x="3103963" y="3185690"/>
            <a:ext cx="297886" cy="337578"/>
            <a:chOff x="3103963" y="3361140"/>
            <a:chExt cx="297886" cy="337578"/>
          </a:xfrm>
        </p:grpSpPr>
        <p:sp>
          <p:nvSpPr>
            <p:cNvPr id="11051" name="Google Shape;11051;p6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64"/>
          <p:cNvGrpSpPr/>
          <p:nvPr/>
        </p:nvGrpSpPr>
        <p:grpSpPr>
          <a:xfrm>
            <a:off x="2667821" y="3185658"/>
            <a:ext cx="273046" cy="337801"/>
            <a:chOff x="2667821" y="3361108"/>
            <a:chExt cx="273046" cy="337801"/>
          </a:xfrm>
        </p:grpSpPr>
        <p:sp>
          <p:nvSpPr>
            <p:cNvPr id="11076" name="Google Shape;11076;p6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64"/>
          <p:cNvGrpSpPr/>
          <p:nvPr/>
        </p:nvGrpSpPr>
        <p:grpSpPr>
          <a:xfrm>
            <a:off x="2212469" y="3184863"/>
            <a:ext cx="282715" cy="338660"/>
            <a:chOff x="2212469" y="3360313"/>
            <a:chExt cx="282715" cy="338660"/>
          </a:xfrm>
        </p:grpSpPr>
        <p:sp>
          <p:nvSpPr>
            <p:cNvPr id="11096" name="Google Shape;11096;p6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64"/>
          <p:cNvGrpSpPr/>
          <p:nvPr/>
        </p:nvGrpSpPr>
        <p:grpSpPr>
          <a:xfrm>
            <a:off x="1768821" y="3185658"/>
            <a:ext cx="278739" cy="339073"/>
            <a:chOff x="1768821" y="3361108"/>
            <a:chExt cx="278739" cy="339073"/>
          </a:xfrm>
        </p:grpSpPr>
        <p:sp>
          <p:nvSpPr>
            <p:cNvPr id="11100" name="Google Shape;11100;p6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64"/>
          <p:cNvGrpSpPr/>
          <p:nvPr/>
        </p:nvGrpSpPr>
        <p:grpSpPr>
          <a:xfrm>
            <a:off x="5337883" y="3161423"/>
            <a:ext cx="307141" cy="376826"/>
            <a:chOff x="5337883" y="3336873"/>
            <a:chExt cx="307141" cy="376826"/>
          </a:xfrm>
        </p:grpSpPr>
        <p:sp>
          <p:nvSpPr>
            <p:cNvPr id="11112" name="Google Shape;11112;p6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4"/>
          <p:cNvGrpSpPr/>
          <p:nvPr/>
        </p:nvGrpSpPr>
        <p:grpSpPr>
          <a:xfrm>
            <a:off x="4883835" y="3161805"/>
            <a:ext cx="323425" cy="377557"/>
            <a:chOff x="4883835" y="3337255"/>
            <a:chExt cx="323425" cy="377557"/>
          </a:xfrm>
        </p:grpSpPr>
        <p:sp>
          <p:nvSpPr>
            <p:cNvPr id="11115" name="Google Shape;11115;p6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64"/>
          <p:cNvGrpSpPr/>
          <p:nvPr/>
        </p:nvGrpSpPr>
        <p:grpSpPr>
          <a:xfrm>
            <a:off x="6193310" y="3231839"/>
            <a:ext cx="352590" cy="237488"/>
            <a:chOff x="6193310" y="3407289"/>
            <a:chExt cx="352590" cy="237488"/>
          </a:xfrm>
        </p:grpSpPr>
        <p:sp>
          <p:nvSpPr>
            <p:cNvPr id="11119" name="Google Shape;11119;p6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64"/>
          <p:cNvGrpSpPr/>
          <p:nvPr/>
        </p:nvGrpSpPr>
        <p:grpSpPr>
          <a:xfrm>
            <a:off x="6637117" y="3222393"/>
            <a:ext cx="353735" cy="254504"/>
            <a:chOff x="6637117" y="3397843"/>
            <a:chExt cx="353735" cy="254504"/>
          </a:xfrm>
        </p:grpSpPr>
        <p:sp>
          <p:nvSpPr>
            <p:cNvPr id="11125" name="Google Shape;11125;p6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4"/>
          <p:cNvGrpSpPr/>
          <p:nvPr/>
        </p:nvGrpSpPr>
        <p:grpSpPr>
          <a:xfrm>
            <a:off x="7075994" y="3174081"/>
            <a:ext cx="360637" cy="352336"/>
            <a:chOff x="7075994" y="3349531"/>
            <a:chExt cx="360637" cy="352336"/>
          </a:xfrm>
        </p:grpSpPr>
        <p:sp>
          <p:nvSpPr>
            <p:cNvPr id="11132" name="Google Shape;11132;p6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64"/>
          <p:cNvGrpSpPr/>
          <p:nvPr/>
        </p:nvGrpSpPr>
        <p:grpSpPr>
          <a:xfrm>
            <a:off x="7651983" y="3173731"/>
            <a:ext cx="107183" cy="352399"/>
            <a:chOff x="7651983" y="3349181"/>
            <a:chExt cx="107183" cy="352399"/>
          </a:xfrm>
        </p:grpSpPr>
        <p:sp>
          <p:nvSpPr>
            <p:cNvPr id="11140" name="Google Shape;11140;p6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4"/>
          <p:cNvGrpSpPr/>
          <p:nvPr/>
        </p:nvGrpSpPr>
        <p:grpSpPr>
          <a:xfrm>
            <a:off x="7973468" y="3206872"/>
            <a:ext cx="352590" cy="287072"/>
            <a:chOff x="7973468" y="3382322"/>
            <a:chExt cx="352590" cy="287072"/>
          </a:xfrm>
        </p:grpSpPr>
        <p:sp>
          <p:nvSpPr>
            <p:cNvPr id="11143" name="Google Shape;11143;p6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5" name="Google Shape;11155;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156" name="Google Shape;11156;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60" name="Shape 11160"/>
        <p:cNvGrpSpPr/>
        <p:nvPr/>
      </p:nvGrpSpPr>
      <p:grpSpPr>
        <a:xfrm>
          <a:off x="0" y="0"/>
          <a:ext cx="0" cy="0"/>
          <a:chOff x="0" y="0"/>
          <a:chExt cx="0" cy="0"/>
        </a:xfrm>
      </p:grpSpPr>
      <p:grpSp>
        <p:nvGrpSpPr>
          <p:cNvPr id="11161" name="Google Shape;11161;p65"/>
          <p:cNvGrpSpPr/>
          <p:nvPr/>
        </p:nvGrpSpPr>
        <p:grpSpPr>
          <a:xfrm>
            <a:off x="821808" y="1576858"/>
            <a:ext cx="347872" cy="347488"/>
            <a:chOff x="849677" y="1500658"/>
            <a:chExt cx="347872" cy="347488"/>
          </a:xfrm>
        </p:grpSpPr>
        <p:sp>
          <p:nvSpPr>
            <p:cNvPr id="11162" name="Google Shape;11162;p6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65"/>
          <p:cNvGrpSpPr/>
          <p:nvPr/>
        </p:nvGrpSpPr>
        <p:grpSpPr>
          <a:xfrm>
            <a:off x="1387984" y="1576858"/>
            <a:ext cx="315872" cy="347488"/>
            <a:chOff x="1415853" y="1500658"/>
            <a:chExt cx="315872" cy="347488"/>
          </a:xfrm>
        </p:grpSpPr>
        <p:sp>
          <p:nvSpPr>
            <p:cNvPr id="11169" name="Google Shape;11169;p6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65"/>
          <p:cNvGrpSpPr/>
          <p:nvPr/>
        </p:nvGrpSpPr>
        <p:grpSpPr>
          <a:xfrm>
            <a:off x="4669520" y="1576858"/>
            <a:ext cx="347520" cy="347104"/>
            <a:chOff x="4697389" y="1500658"/>
            <a:chExt cx="347520" cy="347104"/>
          </a:xfrm>
        </p:grpSpPr>
        <p:sp>
          <p:nvSpPr>
            <p:cNvPr id="11174" name="Google Shape;11174;p6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65"/>
          <p:cNvGrpSpPr/>
          <p:nvPr/>
        </p:nvGrpSpPr>
        <p:grpSpPr>
          <a:xfrm>
            <a:off x="3575664" y="2041146"/>
            <a:ext cx="347520" cy="353760"/>
            <a:chOff x="3603533" y="1964946"/>
            <a:chExt cx="347520" cy="353760"/>
          </a:xfrm>
        </p:grpSpPr>
        <p:sp>
          <p:nvSpPr>
            <p:cNvPr id="11178" name="Google Shape;11178;p6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65"/>
          <p:cNvGrpSpPr/>
          <p:nvPr/>
        </p:nvGrpSpPr>
        <p:grpSpPr>
          <a:xfrm>
            <a:off x="1922896" y="2040538"/>
            <a:ext cx="357792" cy="352448"/>
            <a:chOff x="1950765" y="1964338"/>
            <a:chExt cx="357792" cy="352448"/>
          </a:xfrm>
        </p:grpSpPr>
        <p:sp>
          <p:nvSpPr>
            <p:cNvPr id="11182" name="Google Shape;11182;p6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65"/>
          <p:cNvGrpSpPr/>
          <p:nvPr/>
        </p:nvGrpSpPr>
        <p:grpSpPr>
          <a:xfrm>
            <a:off x="7407760" y="2040890"/>
            <a:ext cx="367712" cy="353248"/>
            <a:chOff x="7435629" y="1964690"/>
            <a:chExt cx="367712" cy="353248"/>
          </a:xfrm>
        </p:grpSpPr>
        <p:sp>
          <p:nvSpPr>
            <p:cNvPr id="11187" name="Google Shape;11187;p6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65"/>
          <p:cNvGrpSpPr/>
          <p:nvPr/>
        </p:nvGrpSpPr>
        <p:grpSpPr>
          <a:xfrm>
            <a:off x="2484880" y="2041242"/>
            <a:ext cx="333024" cy="352896"/>
            <a:chOff x="2512749" y="1965042"/>
            <a:chExt cx="333024" cy="352896"/>
          </a:xfrm>
        </p:grpSpPr>
        <p:sp>
          <p:nvSpPr>
            <p:cNvPr id="11192" name="Google Shape;11192;p6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65"/>
          <p:cNvGrpSpPr/>
          <p:nvPr/>
        </p:nvGrpSpPr>
        <p:grpSpPr>
          <a:xfrm>
            <a:off x="1370448" y="2057978"/>
            <a:ext cx="365792" cy="335392"/>
            <a:chOff x="1398317" y="1981778"/>
            <a:chExt cx="365792" cy="335392"/>
          </a:xfrm>
        </p:grpSpPr>
        <p:sp>
          <p:nvSpPr>
            <p:cNvPr id="11198" name="Google Shape;11198;p6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65"/>
          <p:cNvGrpSpPr/>
          <p:nvPr/>
        </p:nvGrpSpPr>
        <p:grpSpPr>
          <a:xfrm>
            <a:off x="3024368" y="2079770"/>
            <a:ext cx="353600" cy="314752"/>
            <a:chOff x="3052237" y="2003570"/>
            <a:chExt cx="353600" cy="314752"/>
          </a:xfrm>
        </p:grpSpPr>
        <p:sp>
          <p:nvSpPr>
            <p:cNvPr id="11205" name="Google Shape;11205;p6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65"/>
          <p:cNvGrpSpPr/>
          <p:nvPr/>
        </p:nvGrpSpPr>
        <p:grpSpPr>
          <a:xfrm>
            <a:off x="1376144" y="3034266"/>
            <a:ext cx="368096" cy="223968"/>
            <a:chOff x="1404013" y="2958066"/>
            <a:chExt cx="368096" cy="223968"/>
          </a:xfrm>
        </p:grpSpPr>
        <p:sp>
          <p:nvSpPr>
            <p:cNvPr id="11209" name="Google Shape;11209;p6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1" name="Google Shape;11211;p6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3" name="Google Shape;11213;p65"/>
          <p:cNvGrpSpPr/>
          <p:nvPr/>
        </p:nvGrpSpPr>
        <p:grpSpPr>
          <a:xfrm>
            <a:off x="1923280" y="2961402"/>
            <a:ext cx="370368" cy="367328"/>
            <a:chOff x="1951149" y="2885202"/>
            <a:chExt cx="370368" cy="367328"/>
          </a:xfrm>
        </p:grpSpPr>
        <p:sp>
          <p:nvSpPr>
            <p:cNvPr id="11214" name="Google Shape;11214;p6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65"/>
          <p:cNvGrpSpPr/>
          <p:nvPr/>
        </p:nvGrpSpPr>
        <p:grpSpPr>
          <a:xfrm>
            <a:off x="2473808" y="2982362"/>
            <a:ext cx="367328" cy="327296"/>
            <a:chOff x="2501677" y="2906162"/>
            <a:chExt cx="367328" cy="327296"/>
          </a:xfrm>
        </p:grpSpPr>
        <p:sp>
          <p:nvSpPr>
            <p:cNvPr id="11218" name="Google Shape;11218;p6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1" name="Google Shape;11221;p6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2" name="Google Shape;11222;p65"/>
          <p:cNvGrpSpPr/>
          <p:nvPr/>
        </p:nvGrpSpPr>
        <p:grpSpPr>
          <a:xfrm>
            <a:off x="3022448" y="2969914"/>
            <a:ext cx="367712" cy="354240"/>
            <a:chOff x="3050317" y="2893714"/>
            <a:chExt cx="367712" cy="354240"/>
          </a:xfrm>
        </p:grpSpPr>
        <p:sp>
          <p:nvSpPr>
            <p:cNvPr id="11223" name="Google Shape;11223;p6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5" name="Google Shape;11225;p6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7" name="Google Shape;11227;p65"/>
          <p:cNvGrpSpPr/>
          <p:nvPr/>
        </p:nvGrpSpPr>
        <p:grpSpPr>
          <a:xfrm>
            <a:off x="7503408" y="2962554"/>
            <a:ext cx="185184" cy="367296"/>
            <a:chOff x="7531277" y="2886354"/>
            <a:chExt cx="185184" cy="367296"/>
          </a:xfrm>
        </p:grpSpPr>
        <p:sp>
          <p:nvSpPr>
            <p:cNvPr id="11228" name="Google Shape;11228;p6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65"/>
          <p:cNvGrpSpPr/>
          <p:nvPr/>
        </p:nvGrpSpPr>
        <p:grpSpPr>
          <a:xfrm>
            <a:off x="6898768" y="2962938"/>
            <a:ext cx="297184" cy="367296"/>
            <a:chOff x="6926637" y="2886738"/>
            <a:chExt cx="297184" cy="367296"/>
          </a:xfrm>
        </p:grpSpPr>
        <p:sp>
          <p:nvSpPr>
            <p:cNvPr id="11232" name="Google Shape;11232;p6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5" name="Google Shape;11235;p6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7" name="Google Shape;11237;p65"/>
          <p:cNvGrpSpPr/>
          <p:nvPr/>
        </p:nvGrpSpPr>
        <p:grpSpPr>
          <a:xfrm>
            <a:off x="6312784" y="2962554"/>
            <a:ext cx="370368" cy="368064"/>
            <a:chOff x="6340653" y="2886354"/>
            <a:chExt cx="370368" cy="368064"/>
          </a:xfrm>
        </p:grpSpPr>
        <p:sp>
          <p:nvSpPr>
            <p:cNvPr id="11238" name="Google Shape;11238;p6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5"/>
          <p:cNvGrpSpPr/>
          <p:nvPr/>
        </p:nvGrpSpPr>
        <p:grpSpPr>
          <a:xfrm>
            <a:off x="5218928" y="2057626"/>
            <a:ext cx="354752" cy="336512"/>
            <a:chOff x="5246797" y="1981426"/>
            <a:chExt cx="354752" cy="336512"/>
          </a:xfrm>
        </p:grpSpPr>
        <p:sp>
          <p:nvSpPr>
            <p:cNvPr id="11245" name="Google Shape;11245;p6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65"/>
          <p:cNvGrpSpPr/>
          <p:nvPr/>
        </p:nvGrpSpPr>
        <p:grpSpPr>
          <a:xfrm>
            <a:off x="4120880" y="2178266"/>
            <a:ext cx="355136" cy="216256"/>
            <a:chOff x="4148749" y="2102066"/>
            <a:chExt cx="355136" cy="216256"/>
          </a:xfrm>
        </p:grpSpPr>
        <p:sp>
          <p:nvSpPr>
            <p:cNvPr id="11248" name="Google Shape;11248;p6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65"/>
          <p:cNvGrpSpPr/>
          <p:nvPr/>
        </p:nvGrpSpPr>
        <p:grpSpPr>
          <a:xfrm>
            <a:off x="5766800" y="2077626"/>
            <a:ext cx="354752" cy="315360"/>
            <a:chOff x="5794669" y="2001426"/>
            <a:chExt cx="354752" cy="315360"/>
          </a:xfrm>
        </p:grpSpPr>
        <p:sp>
          <p:nvSpPr>
            <p:cNvPr id="11251" name="Google Shape;11251;p6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65"/>
          <p:cNvGrpSpPr/>
          <p:nvPr/>
        </p:nvGrpSpPr>
        <p:grpSpPr>
          <a:xfrm>
            <a:off x="6317360" y="2106042"/>
            <a:ext cx="352832" cy="289216"/>
            <a:chOff x="6345229" y="2029842"/>
            <a:chExt cx="352832" cy="289216"/>
          </a:xfrm>
        </p:grpSpPr>
        <p:sp>
          <p:nvSpPr>
            <p:cNvPr id="11254" name="Google Shape;11254;p6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65"/>
          <p:cNvGrpSpPr/>
          <p:nvPr/>
        </p:nvGrpSpPr>
        <p:grpSpPr>
          <a:xfrm>
            <a:off x="4669520" y="2112538"/>
            <a:ext cx="354752" cy="281984"/>
            <a:chOff x="4697389" y="2036338"/>
            <a:chExt cx="354752" cy="281984"/>
          </a:xfrm>
        </p:grpSpPr>
        <p:sp>
          <p:nvSpPr>
            <p:cNvPr id="11257" name="Google Shape;11257;p6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65"/>
          <p:cNvGrpSpPr/>
          <p:nvPr/>
        </p:nvGrpSpPr>
        <p:grpSpPr>
          <a:xfrm>
            <a:off x="1376144" y="2500954"/>
            <a:ext cx="353600" cy="354944"/>
            <a:chOff x="1404013" y="2424754"/>
            <a:chExt cx="353600" cy="354944"/>
          </a:xfrm>
        </p:grpSpPr>
        <p:sp>
          <p:nvSpPr>
            <p:cNvPr id="11260" name="Google Shape;11260;p6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65"/>
          <p:cNvGrpSpPr/>
          <p:nvPr/>
        </p:nvGrpSpPr>
        <p:grpSpPr>
          <a:xfrm>
            <a:off x="826384" y="2504474"/>
            <a:ext cx="355104" cy="351040"/>
            <a:chOff x="854253" y="2428274"/>
            <a:chExt cx="355104" cy="351040"/>
          </a:xfrm>
        </p:grpSpPr>
        <p:sp>
          <p:nvSpPr>
            <p:cNvPr id="11266" name="Google Shape;11266;p6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65"/>
          <p:cNvGrpSpPr/>
          <p:nvPr/>
        </p:nvGrpSpPr>
        <p:grpSpPr>
          <a:xfrm>
            <a:off x="6869040" y="2517146"/>
            <a:ext cx="354752" cy="275904"/>
            <a:chOff x="6896909" y="2440946"/>
            <a:chExt cx="354752" cy="275904"/>
          </a:xfrm>
        </p:grpSpPr>
        <p:sp>
          <p:nvSpPr>
            <p:cNvPr id="11269" name="Google Shape;11269;p6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1" name="Google Shape;11271;p6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2" name="Google Shape;11272;p65"/>
          <p:cNvGrpSpPr/>
          <p:nvPr/>
        </p:nvGrpSpPr>
        <p:grpSpPr>
          <a:xfrm>
            <a:off x="5237200" y="2500954"/>
            <a:ext cx="321984" cy="354560"/>
            <a:chOff x="5265069" y="2424754"/>
            <a:chExt cx="321984" cy="354560"/>
          </a:xfrm>
        </p:grpSpPr>
        <p:sp>
          <p:nvSpPr>
            <p:cNvPr id="11273" name="Google Shape;11273;p6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5"/>
          <p:cNvGrpSpPr/>
          <p:nvPr/>
        </p:nvGrpSpPr>
        <p:grpSpPr>
          <a:xfrm>
            <a:off x="4122800" y="2542970"/>
            <a:ext cx="355104" cy="259584"/>
            <a:chOff x="4150669" y="2466770"/>
            <a:chExt cx="355104" cy="259584"/>
          </a:xfrm>
        </p:grpSpPr>
        <p:sp>
          <p:nvSpPr>
            <p:cNvPr id="11276" name="Google Shape;11276;p6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5"/>
          <p:cNvGrpSpPr/>
          <p:nvPr/>
        </p:nvGrpSpPr>
        <p:grpSpPr>
          <a:xfrm>
            <a:off x="4671824" y="2501146"/>
            <a:ext cx="354336" cy="353984"/>
            <a:chOff x="4699693" y="2424946"/>
            <a:chExt cx="354336" cy="353984"/>
          </a:xfrm>
        </p:grpSpPr>
        <p:sp>
          <p:nvSpPr>
            <p:cNvPr id="11281" name="Google Shape;11281;p6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3" name="Google Shape;11283;p6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5" name="Google Shape;11285;p65"/>
          <p:cNvGrpSpPr/>
          <p:nvPr/>
        </p:nvGrpSpPr>
        <p:grpSpPr>
          <a:xfrm>
            <a:off x="1925168" y="2628442"/>
            <a:ext cx="355136" cy="227072"/>
            <a:chOff x="1953037" y="2552242"/>
            <a:chExt cx="355136" cy="227072"/>
          </a:xfrm>
        </p:grpSpPr>
        <p:sp>
          <p:nvSpPr>
            <p:cNvPr id="11286" name="Google Shape;11286;p6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8" name="Google Shape;11288;p6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9" name="Google Shape;11289;p65"/>
          <p:cNvGrpSpPr/>
          <p:nvPr/>
        </p:nvGrpSpPr>
        <p:grpSpPr>
          <a:xfrm>
            <a:off x="2473072" y="2603418"/>
            <a:ext cx="355104" cy="250944"/>
            <a:chOff x="2500941" y="2527218"/>
            <a:chExt cx="355104" cy="250944"/>
          </a:xfrm>
        </p:grpSpPr>
        <p:sp>
          <p:nvSpPr>
            <p:cNvPr id="11290" name="Google Shape;11290;p6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5" name="Google Shape;11295;p6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6" name="Google Shape;11296;p65"/>
          <p:cNvGrpSpPr/>
          <p:nvPr/>
        </p:nvGrpSpPr>
        <p:grpSpPr>
          <a:xfrm>
            <a:off x="7965936" y="2503322"/>
            <a:ext cx="356256" cy="351808"/>
            <a:chOff x="7993805" y="2427122"/>
            <a:chExt cx="356256" cy="351808"/>
          </a:xfrm>
        </p:grpSpPr>
        <p:sp>
          <p:nvSpPr>
            <p:cNvPr id="11297" name="Google Shape;11297;p6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65"/>
          <p:cNvGrpSpPr/>
          <p:nvPr/>
        </p:nvGrpSpPr>
        <p:grpSpPr>
          <a:xfrm>
            <a:off x="850768" y="2041210"/>
            <a:ext cx="308640" cy="353312"/>
            <a:chOff x="878637" y="1965010"/>
            <a:chExt cx="308640" cy="353312"/>
          </a:xfrm>
        </p:grpSpPr>
        <p:sp>
          <p:nvSpPr>
            <p:cNvPr id="11301" name="Google Shape;11301;p6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65"/>
          <p:cNvGrpSpPr/>
          <p:nvPr/>
        </p:nvGrpSpPr>
        <p:grpSpPr>
          <a:xfrm>
            <a:off x="6868272" y="2040922"/>
            <a:ext cx="348256" cy="352448"/>
            <a:chOff x="6896141" y="1964722"/>
            <a:chExt cx="348256" cy="352448"/>
          </a:xfrm>
        </p:grpSpPr>
        <p:sp>
          <p:nvSpPr>
            <p:cNvPr id="11305" name="Google Shape;11305;p6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65"/>
          <p:cNvGrpSpPr/>
          <p:nvPr/>
        </p:nvGrpSpPr>
        <p:grpSpPr>
          <a:xfrm>
            <a:off x="7962128" y="2091578"/>
            <a:ext cx="355136" cy="303328"/>
            <a:chOff x="7989997" y="2015378"/>
            <a:chExt cx="355136" cy="303328"/>
          </a:xfrm>
        </p:grpSpPr>
        <p:sp>
          <p:nvSpPr>
            <p:cNvPr id="11309" name="Google Shape;11309;p6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65"/>
          <p:cNvGrpSpPr/>
          <p:nvPr/>
        </p:nvGrpSpPr>
        <p:grpSpPr>
          <a:xfrm>
            <a:off x="3570352" y="1585562"/>
            <a:ext cx="348640" cy="330784"/>
            <a:chOff x="3598221" y="1509362"/>
            <a:chExt cx="348640" cy="330784"/>
          </a:xfrm>
        </p:grpSpPr>
        <p:sp>
          <p:nvSpPr>
            <p:cNvPr id="11313" name="Google Shape;11313;p6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65"/>
          <p:cNvGrpSpPr/>
          <p:nvPr/>
        </p:nvGrpSpPr>
        <p:grpSpPr>
          <a:xfrm>
            <a:off x="5218928" y="1576858"/>
            <a:ext cx="347872" cy="347488"/>
            <a:chOff x="5246797" y="1500658"/>
            <a:chExt cx="347872" cy="347488"/>
          </a:xfrm>
        </p:grpSpPr>
        <p:sp>
          <p:nvSpPr>
            <p:cNvPr id="11318" name="Google Shape;11318;p6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65"/>
          <p:cNvGrpSpPr/>
          <p:nvPr/>
        </p:nvGrpSpPr>
        <p:grpSpPr>
          <a:xfrm>
            <a:off x="5768720" y="1576858"/>
            <a:ext cx="349024" cy="346752"/>
            <a:chOff x="5796589" y="1500658"/>
            <a:chExt cx="349024" cy="346752"/>
          </a:xfrm>
        </p:grpSpPr>
        <p:sp>
          <p:nvSpPr>
            <p:cNvPr id="11323" name="Google Shape;11323;p6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4" name="Google Shape;11324;p65"/>
            <p:cNvGrpSpPr/>
            <p:nvPr/>
          </p:nvGrpSpPr>
          <p:grpSpPr>
            <a:xfrm>
              <a:off x="5796589" y="1500658"/>
              <a:ext cx="349024" cy="346752"/>
              <a:chOff x="5796589" y="1500658"/>
              <a:chExt cx="349024" cy="346752"/>
            </a:xfrm>
          </p:grpSpPr>
          <p:sp>
            <p:nvSpPr>
              <p:cNvPr id="11325" name="Google Shape;11325;p6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29" name="Google Shape;11329;p65"/>
          <p:cNvGrpSpPr/>
          <p:nvPr/>
        </p:nvGrpSpPr>
        <p:grpSpPr>
          <a:xfrm>
            <a:off x="6867504" y="1578778"/>
            <a:ext cx="348640" cy="343296"/>
            <a:chOff x="6895373" y="1502578"/>
            <a:chExt cx="348640" cy="343296"/>
          </a:xfrm>
        </p:grpSpPr>
        <p:sp>
          <p:nvSpPr>
            <p:cNvPr id="11330" name="Google Shape;11330;p6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65"/>
          <p:cNvGrpSpPr/>
          <p:nvPr/>
        </p:nvGrpSpPr>
        <p:grpSpPr>
          <a:xfrm>
            <a:off x="4119728" y="1581658"/>
            <a:ext cx="347904" cy="336992"/>
            <a:chOff x="4147597" y="1505458"/>
            <a:chExt cx="347904" cy="336992"/>
          </a:xfrm>
        </p:grpSpPr>
        <p:sp>
          <p:nvSpPr>
            <p:cNvPr id="11334" name="Google Shape;11334;p6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65"/>
          <p:cNvGrpSpPr/>
          <p:nvPr/>
        </p:nvGrpSpPr>
        <p:grpSpPr>
          <a:xfrm>
            <a:off x="2471536" y="1576090"/>
            <a:ext cx="347488" cy="348256"/>
            <a:chOff x="2499405" y="1499890"/>
            <a:chExt cx="347488" cy="348256"/>
          </a:xfrm>
        </p:grpSpPr>
        <p:sp>
          <p:nvSpPr>
            <p:cNvPr id="11342" name="Google Shape;11342;p6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65"/>
          <p:cNvGrpSpPr/>
          <p:nvPr/>
        </p:nvGrpSpPr>
        <p:grpSpPr>
          <a:xfrm>
            <a:off x="1928976" y="1576698"/>
            <a:ext cx="331520" cy="348032"/>
            <a:chOff x="1956845" y="1500498"/>
            <a:chExt cx="331520" cy="348032"/>
          </a:xfrm>
        </p:grpSpPr>
        <p:sp>
          <p:nvSpPr>
            <p:cNvPr id="11348" name="Google Shape;11348;p6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65"/>
          <p:cNvGrpSpPr/>
          <p:nvPr/>
        </p:nvGrpSpPr>
        <p:grpSpPr>
          <a:xfrm>
            <a:off x="6317744" y="1626074"/>
            <a:ext cx="348640" cy="250656"/>
            <a:chOff x="6345613" y="1549874"/>
            <a:chExt cx="348640" cy="250656"/>
          </a:xfrm>
        </p:grpSpPr>
        <p:sp>
          <p:nvSpPr>
            <p:cNvPr id="11361" name="Google Shape;11361;p6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65"/>
          <p:cNvGrpSpPr/>
          <p:nvPr/>
        </p:nvGrpSpPr>
        <p:grpSpPr>
          <a:xfrm>
            <a:off x="7416912" y="1583226"/>
            <a:ext cx="348640" cy="334272"/>
            <a:chOff x="7444781" y="1507026"/>
            <a:chExt cx="348640" cy="334272"/>
          </a:xfrm>
        </p:grpSpPr>
        <p:sp>
          <p:nvSpPr>
            <p:cNvPr id="11368" name="Google Shape;11368;p6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65"/>
          <p:cNvGrpSpPr/>
          <p:nvPr/>
        </p:nvGrpSpPr>
        <p:grpSpPr>
          <a:xfrm>
            <a:off x="7967472" y="1582938"/>
            <a:ext cx="347872" cy="334944"/>
            <a:chOff x="7995341" y="1506738"/>
            <a:chExt cx="347872" cy="334944"/>
          </a:xfrm>
        </p:grpSpPr>
        <p:sp>
          <p:nvSpPr>
            <p:cNvPr id="11374" name="Google Shape;11374;p6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5"/>
          <p:cNvGrpSpPr/>
          <p:nvPr/>
        </p:nvGrpSpPr>
        <p:grpSpPr>
          <a:xfrm>
            <a:off x="3020176" y="1599130"/>
            <a:ext cx="347872" cy="303904"/>
            <a:chOff x="3048045" y="1522930"/>
            <a:chExt cx="347872" cy="303904"/>
          </a:xfrm>
        </p:grpSpPr>
        <p:sp>
          <p:nvSpPr>
            <p:cNvPr id="11381" name="Google Shape;11381;p6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65"/>
            <p:cNvGrpSpPr/>
            <p:nvPr/>
          </p:nvGrpSpPr>
          <p:grpSpPr>
            <a:xfrm>
              <a:off x="3048045" y="1522930"/>
              <a:ext cx="347872" cy="303904"/>
              <a:chOff x="3048045" y="1522930"/>
              <a:chExt cx="347872" cy="303904"/>
            </a:xfrm>
          </p:grpSpPr>
          <p:sp>
            <p:nvSpPr>
              <p:cNvPr id="11383" name="Google Shape;11383;p6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85" name="Google Shape;11385;p65"/>
          <p:cNvGrpSpPr/>
          <p:nvPr/>
        </p:nvGrpSpPr>
        <p:grpSpPr>
          <a:xfrm>
            <a:off x="1105264" y="3428122"/>
            <a:ext cx="313984" cy="358560"/>
            <a:chOff x="1133133" y="3351922"/>
            <a:chExt cx="313984" cy="358560"/>
          </a:xfrm>
        </p:grpSpPr>
        <p:sp>
          <p:nvSpPr>
            <p:cNvPr id="11386" name="Google Shape;11386;p6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2" name="Google Shape;11402;p6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3" name="Google Shape;11403;p65"/>
          <p:cNvGrpSpPr/>
          <p:nvPr/>
        </p:nvGrpSpPr>
        <p:grpSpPr>
          <a:xfrm>
            <a:off x="2767184" y="3428794"/>
            <a:ext cx="288448" cy="357120"/>
            <a:chOff x="2795053" y="3352594"/>
            <a:chExt cx="288448" cy="357120"/>
          </a:xfrm>
        </p:grpSpPr>
        <p:sp>
          <p:nvSpPr>
            <p:cNvPr id="11404" name="Google Shape;11404;p6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65"/>
          <p:cNvGrpSpPr/>
          <p:nvPr/>
        </p:nvGrpSpPr>
        <p:grpSpPr>
          <a:xfrm>
            <a:off x="2208656" y="3429402"/>
            <a:ext cx="304832" cy="356512"/>
            <a:chOff x="2236525" y="3353202"/>
            <a:chExt cx="304832" cy="356512"/>
          </a:xfrm>
        </p:grpSpPr>
        <p:sp>
          <p:nvSpPr>
            <p:cNvPr id="11414" name="Google Shape;11414;p6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65"/>
          <p:cNvGrpSpPr/>
          <p:nvPr/>
        </p:nvGrpSpPr>
        <p:grpSpPr>
          <a:xfrm>
            <a:off x="3882768" y="3428890"/>
            <a:ext cx="256800" cy="357024"/>
            <a:chOff x="3910637" y="3352690"/>
            <a:chExt cx="256800" cy="357024"/>
          </a:xfrm>
        </p:grpSpPr>
        <p:sp>
          <p:nvSpPr>
            <p:cNvPr id="11418" name="Google Shape;11418;p6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65"/>
          <p:cNvGrpSpPr/>
          <p:nvPr/>
        </p:nvGrpSpPr>
        <p:grpSpPr>
          <a:xfrm>
            <a:off x="6028560" y="3428122"/>
            <a:ext cx="360064" cy="360096"/>
            <a:chOff x="6056429" y="3351922"/>
            <a:chExt cx="360064" cy="360096"/>
          </a:xfrm>
        </p:grpSpPr>
        <p:sp>
          <p:nvSpPr>
            <p:cNvPr id="11422" name="Google Shape;11422;p6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65"/>
          <p:cNvGrpSpPr/>
          <p:nvPr/>
        </p:nvGrpSpPr>
        <p:grpSpPr>
          <a:xfrm>
            <a:off x="6581008" y="3429274"/>
            <a:ext cx="357408" cy="357408"/>
            <a:chOff x="6608877" y="3353074"/>
            <a:chExt cx="357408" cy="357408"/>
          </a:xfrm>
        </p:grpSpPr>
        <p:sp>
          <p:nvSpPr>
            <p:cNvPr id="11426" name="Google Shape;11426;p6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3" name="Google Shape;11433;p6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5" name="Google Shape;11435;p65"/>
          <p:cNvGrpSpPr/>
          <p:nvPr/>
        </p:nvGrpSpPr>
        <p:grpSpPr>
          <a:xfrm>
            <a:off x="4931664" y="3446426"/>
            <a:ext cx="357408" cy="323488"/>
            <a:chOff x="4959533" y="3370226"/>
            <a:chExt cx="357408" cy="323488"/>
          </a:xfrm>
        </p:grpSpPr>
        <p:sp>
          <p:nvSpPr>
            <p:cNvPr id="11436" name="Google Shape;11436;p6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5"/>
          <p:cNvGrpSpPr/>
          <p:nvPr/>
        </p:nvGrpSpPr>
        <p:grpSpPr>
          <a:xfrm>
            <a:off x="7130768" y="3429274"/>
            <a:ext cx="357056" cy="357408"/>
            <a:chOff x="7158637" y="3353074"/>
            <a:chExt cx="357056" cy="357408"/>
          </a:xfrm>
        </p:grpSpPr>
        <p:sp>
          <p:nvSpPr>
            <p:cNvPr id="11439" name="Google Shape;11439;p6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65"/>
          <p:cNvGrpSpPr/>
          <p:nvPr/>
        </p:nvGrpSpPr>
        <p:grpSpPr>
          <a:xfrm>
            <a:off x="3288400" y="3428602"/>
            <a:ext cx="344832" cy="356544"/>
            <a:chOff x="3316269" y="3352402"/>
            <a:chExt cx="344832" cy="356544"/>
          </a:xfrm>
        </p:grpSpPr>
        <p:sp>
          <p:nvSpPr>
            <p:cNvPr id="11444" name="Google Shape;11444;p6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65"/>
          <p:cNvGrpSpPr/>
          <p:nvPr/>
        </p:nvGrpSpPr>
        <p:grpSpPr>
          <a:xfrm>
            <a:off x="5481040" y="3447706"/>
            <a:ext cx="358560" cy="319552"/>
            <a:chOff x="5508909" y="3371506"/>
            <a:chExt cx="358560" cy="319552"/>
          </a:xfrm>
        </p:grpSpPr>
        <p:sp>
          <p:nvSpPr>
            <p:cNvPr id="11448" name="Google Shape;11448;p6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8" name="Google Shape;11458;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2" name="Shape 11462"/>
        <p:cNvGrpSpPr/>
        <p:nvPr/>
      </p:nvGrpSpPr>
      <p:grpSpPr>
        <a:xfrm>
          <a:off x="0" y="0"/>
          <a:ext cx="0" cy="0"/>
          <a:chOff x="0" y="0"/>
          <a:chExt cx="0" cy="0"/>
        </a:xfrm>
      </p:grpSpPr>
      <p:sp>
        <p:nvSpPr>
          <p:cNvPr id="11463" name="Google Shape;11463;p6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4" name="Google Shape;11464;p66"/>
          <p:cNvGrpSpPr/>
          <p:nvPr/>
        </p:nvGrpSpPr>
        <p:grpSpPr>
          <a:xfrm>
            <a:off x="3026217" y="3893352"/>
            <a:ext cx="346056" cy="345674"/>
            <a:chOff x="3303268" y="3817349"/>
            <a:chExt cx="346056" cy="345674"/>
          </a:xfrm>
        </p:grpSpPr>
        <p:sp>
          <p:nvSpPr>
            <p:cNvPr id="11465" name="Google Shape;11465;p6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66"/>
          <p:cNvGrpSpPr/>
          <p:nvPr/>
        </p:nvGrpSpPr>
        <p:grpSpPr>
          <a:xfrm>
            <a:off x="3475306" y="3893352"/>
            <a:ext cx="346056" cy="345674"/>
            <a:chOff x="3752358" y="3817349"/>
            <a:chExt cx="346056" cy="345674"/>
          </a:xfrm>
        </p:grpSpPr>
        <p:sp>
          <p:nvSpPr>
            <p:cNvPr id="11470" name="Google Shape;11470;p6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66"/>
          <p:cNvGrpSpPr/>
          <p:nvPr/>
        </p:nvGrpSpPr>
        <p:grpSpPr>
          <a:xfrm>
            <a:off x="4822956" y="3893352"/>
            <a:ext cx="346024" cy="345674"/>
            <a:chOff x="5100008" y="3817349"/>
            <a:chExt cx="346024" cy="345674"/>
          </a:xfrm>
        </p:grpSpPr>
        <p:sp>
          <p:nvSpPr>
            <p:cNvPr id="11475" name="Google Shape;11475;p6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6"/>
          <p:cNvGrpSpPr/>
          <p:nvPr/>
        </p:nvGrpSpPr>
        <p:grpSpPr>
          <a:xfrm>
            <a:off x="5721867" y="3893352"/>
            <a:ext cx="345674" cy="345674"/>
            <a:chOff x="5998919" y="3817349"/>
            <a:chExt cx="345674" cy="345674"/>
          </a:xfrm>
        </p:grpSpPr>
        <p:sp>
          <p:nvSpPr>
            <p:cNvPr id="11479" name="Google Shape;11479;p6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6"/>
          <p:cNvGrpSpPr/>
          <p:nvPr/>
        </p:nvGrpSpPr>
        <p:grpSpPr>
          <a:xfrm>
            <a:off x="3924396" y="3893352"/>
            <a:ext cx="346024" cy="345674"/>
            <a:chOff x="4201447" y="3817349"/>
            <a:chExt cx="346024" cy="345674"/>
          </a:xfrm>
        </p:grpSpPr>
        <p:sp>
          <p:nvSpPr>
            <p:cNvPr id="11483" name="Google Shape;11483;p6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66"/>
          <p:cNvGrpSpPr/>
          <p:nvPr/>
        </p:nvGrpSpPr>
        <p:grpSpPr>
          <a:xfrm>
            <a:off x="4373867" y="3893352"/>
            <a:ext cx="346024" cy="345674"/>
            <a:chOff x="4650919" y="3817349"/>
            <a:chExt cx="346024" cy="345674"/>
          </a:xfrm>
        </p:grpSpPr>
        <p:sp>
          <p:nvSpPr>
            <p:cNvPr id="11486" name="Google Shape;11486;p6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66"/>
          <p:cNvGrpSpPr/>
          <p:nvPr/>
        </p:nvGrpSpPr>
        <p:grpSpPr>
          <a:xfrm>
            <a:off x="5272810" y="3893352"/>
            <a:ext cx="345642" cy="345674"/>
            <a:chOff x="5549861" y="3817349"/>
            <a:chExt cx="345642" cy="345674"/>
          </a:xfrm>
        </p:grpSpPr>
        <p:sp>
          <p:nvSpPr>
            <p:cNvPr id="11490" name="Google Shape;11490;p6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6"/>
          <p:cNvGrpSpPr/>
          <p:nvPr/>
        </p:nvGrpSpPr>
        <p:grpSpPr>
          <a:xfrm>
            <a:off x="1281335" y="3474029"/>
            <a:ext cx="367255" cy="269855"/>
            <a:chOff x="1306445" y="3397829"/>
            <a:chExt cx="367255" cy="269855"/>
          </a:xfrm>
        </p:grpSpPr>
        <p:sp>
          <p:nvSpPr>
            <p:cNvPr id="11494" name="Google Shape;11494;p6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66"/>
          <p:cNvGrpSpPr/>
          <p:nvPr/>
        </p:nvGrpSpPr>
        <p:grpSpPr>
          <a:xfrm>
            <a:off x="1756207" y="3467600"/>
            <a:ext cx="367255" cy="282364"/>
            <a:chOff x="1781317" y="3391400"/>
            <a:chExt cx="367255" cy="282364"/>
          </a:xfrm>
        </p:grpSpPr>
        <p:sp>
          <p:nvSpPr>
            <p:cNvPr id="11501" name="Google Shape;11501;p6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66"/>
          <p:cNvGrpSpPr/>
          <p:nvPr/>
        </p:nvGrpSpPr>
        <p:grpSpPr>
          <a:xfrm>
            <a:off x="3653720" y="3447133"/>
            <a:ext cx="369164" cy="323297"/>
            <a:chOff x="3678830" y="3370933"/>
            <a:chExt cx="369164" cy="323297"/>
          </a:xfrm>
        </p:grpSpPr>
        <p:sp>
          <p:nvSpPr>
            <p:cNvPr id="11508" name="Google Shape;11508;p6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66"/>
          <p:cNvGrpSpPr/>
          <p:nvPr/>
        </p:nvGrpSpPr>
        <p:grpSpPr>
          <a:xfrm>
            <a:off x="834155" y="3424375"/>
            <a:ext cx="312316" cy="368400"/>
            <a:chOff x="859265" y="3348175"/>
            <a:chExt cx="312316" cy="368400"/>
          </a:xfrm>
        </p:grpSpPr>
        <p:sp>
          <p:nvSpPr>
            <p:cNvPr id="11520" name="Google Shape;11520;p6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6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6" name="Google Shape;11526;p66"/>
          <p:cNvGrpSpPr/>
          <p:nvPr/>
        </p:nvGrpSpPr>
        <p:grpSpPr>
          <a:xfrm>
            <a:off x="2741264" y="3437213"/>
            <a:ext cx="330110" cy="308908"/>
            <a:chOff x="2766264" y="3394042"/>
            <a:chExt cx="294873" cy="275934"/>
          </a:xfrm>
        </p:grpSpPr>
        <p:sp>
          <p:nvSpPr>
            <p:cNvPr id="11527" name="Google Shape;11527;p6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66"/>
          <p:cNvGrpSpPr/>
          <p:nvPr/>
        </p:nvGrpSpPr>
        <p:grpSpPr>
          <a:xfrm>
            <a:off x="3189862" y="3435388"/>
            <a:ext cx="346406" cy="347552"/>
            <a:chOff x="3214972" y="3359188"/>
            <a:chExt cx="346406" cy="347552"/>
          </a:xfrm>
        </p:grpSpPr>
        <p:sp>
          <p:nvSpPr>
            <p:cNvPr id="11532" name="Google Shape;11532;p6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66"/>
          <p:cNvGrpSpPr/>
          <p:nvPr/>
        </p:nvGrpSpPr>
        <p:grpSpPr>
          <a:xfrm>
            <a:off x="4604196" y="3485393"/>
            <a:ext cx="367255" cy="244486"/>
            <a:chOff x="4629306" y="3409193"/>
            <a:chExt cx="367255" cy="244486"/>
          </a:xfrm>
        </p:grpSpPr>
        <p:sp>
          <p:nvSpPr>
            <p:cNvPr id="11547" name="Google Shape;11547;p6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6"/>
          <p:cNvGrpSpPr/>
          <p:nvPr/>
        </p:nvGrpSpPr>
        <p:grpSpPr>
          <a:xfrm>
            <a:off x="4168380" y="3426284"/>
            <a:ext cx="289939" cy="334661"/>
            <a:chOff x="4193490" y="3350084"/>
            <a:chExt cx="289939" cy="334661"/>
          </a:xfrm>
        </p:grpSpPr>
        <p:sp>
          <p:nvSpPr>
            <p:cNvPr id="11558" name="Google Shape;11558;p6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6"/>
          <p:cNvGrpSpPr/>
          <p:nvPr/>
        </p:nvGrpSpPr>
        <p:grpSpPr>
          <a:xfrm>
            <a:off x="6508171" y="3427430"/>
            <a:ext cx="357037" cy="357005"/>
            <a:chOff x="6533281" y="3351230"/>
            <a:chExt cx="357037" cy="357005"/>
          </a:xfrm>
        </p:grpSpPr>
        <p:sp>
          <p:nvSpPr>
            <p:cNvPr id="11569" name="Google Shape;11569;p6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66"/>
          <p:cNvGrpSpPr/>
          <p:nvPr/>
        </p:nvGrpSpPr>
        <p:grpSpPr>
          <a:xfrm>
            <a:off x="6033331" y="3427430"/>
            <a:ext cx="357387" cy="357005"/>
            <a:chOff x="6058441" y="3351230"/>
            <a:chExt cx="357387" cy="357005"/>
          </a:xfrm>
        </p:grpSpPr>
        <p:sp>
          <p:nvSpPr>
            <p:cNvPr id="11573" name="Google Shape;11573;p6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66"/>
          <p:cNvGrpSpPr/>
          <p:nvPr/>
        </p:nvGrpSpPr>
        <p:grpSpPr>
          <a:xfrm>
            <a:off x="7932373" y="3427048"/>
            <a:ext cx="357387" cy="357387"/>
            <a:chOff x="7957483" y="3350848"/>
            <a:chExt cx="357387" cy="357387"/>
          </a:xfrm>
        </p:grpSpPr>
        <p:sp>
          <p:nvSpPr>
            <p:cNvPr id="11576" name="Google Shape;11576;p6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66"/>
          <p:cNvGrpSpPr/>
          <p:nvPr/>
        </p:nvGrpSpPr>
        <p:grpSpPr>
          <a:xfrm>
            <a:off x="6982661" y="3427430"/>
            <a:ext cx="357387" cy="357005"/>
            <a:chOff x="7007771" y="3351230"/>
            <a:chExt cx="357387" cy="357005"/>
          </a:xfrm>
        </p:grpSpPr>
        <p:sp>
          <p:nvSpPr>
            <p:cNvPr id="11580" name="Google Shape;11580;p6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66"/>
          <p:cNvGrpSpPr/>
          <p:nvPr/>
        </p:nvGrpSpPr>
        <p:grpSpPr>
          <a:xfrm>
            <a:off x="5083620" y="3427430"/>
            <a:ext cx="357005" cy="357005"/>
            <a:chOff x="5108729" y="3351230"/>
            <a:chExt cx="357005" cy="357005"/>
          </a:xfrm>
        </p:grpSpPr>
        <p:sp>
          <p:nvSpPr>
            <p:cNvPr id="11586" name="Google Shape;11586;p6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66"/>
          <p:cNvGrpSpPr/>
          <p:nvPr/>
        </p:nvGrpSpPr>
        <p:grpSpPr>
          <a:xfrm>
            <a:off x="5558459" y="3427430"/>
            <a:ext cx="357419" cy="357005"/>
            <a:chOff x="5583569" y="3351230"/>
            <a:chExt cx="357419" cy="357005"/>
          </a:xfrm>
        </p:grpSpPr>
        <p:sp>
          <p:nvSpPr>
            <p:cNvPr id="11589" name="Google Shape;11589;p6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66"/>
          <p:cNvGrpSpPr/>
          <p:nvPr/>
        </p:nvGrpSpPr>
        <p:grpSpPr>
          <a:xfrm>
            <a:off x="7457119" y="3427430"/>
            <a:ext cx="357419" cy="357005"/>
            <a:chOff x="7482229" y="3351230"/>
            <a:chExt cx="357419" cy="357005"/>
          </a:xfrm>
        </p:grpSpPr>
        <p:sp>
          <p:nvSpPr>
            <p:cNvPr id="11592" name="Google Shape;11592;p6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66"/>
          <p:cNvGrpSpPr/>
          <p:nvPr/>
        </p:nvGrpSpPr>
        <p:grpSpPr>
          <a:xfrm>
            <a:off x="3739375" y="2966882"/>
            <a:ext cx="222874" cy="345737"/>
            <a:chOff x="3764485" y="2890682"/>
            <a:chExt cx="222874" cy="345737"/>
          </a:xfrm>
        </p:grpSpPr>
        <p:sp>
          <p:nvSpPr>
            <p:cNvPr id="11598" name="Google Shape;11598;p6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66"/>
          <p:cNvGrpSpPr/>
          <p:nvPr/>
        </p:nvGrpSpPr>
        <p:grpSpPr>
          <a:xfrm>
            <a:off x="2213507" y="2984331"/>
            <a:ext cx="422596" cy="310382"/>
            <a:chOff x="2278533" y="2937377"/>
            <a:chExt cx="346788" cy="254704"/>
          </a:xfrm>
        </p:grpSpPr>
        <p:sp>
          <p:nvSpPr>
            <p:cNvPr id="11602" name="Google Shape;11602;p6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4" name="Google Shape;11604;p6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5" name="Google Shape;11605;p66"/>
          <p:cNvGrpSpPr/>
          <p:nvPr/>
        </p:nvGrpSpPr>
        <p:grpSpPr>
          <a:xfrm>
            <a:off x="1811527" y="2967710"/>
            <a:ext cx="286152" cy="346438"/>
            <a:chOff x="1836637" y="2891510"/>
            <a:chExt cx="286152" cy="346438"/>
          </a:xfrm>
        </p:grpSpPr>
        <p:sp>
          <p:nvSpPr>
            <p:cNvPr id="11606" name="Google Shape;11606;p6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66"/>
          <p:cNvGrpSpPr/>
          <p:nvPr/>
        </p:nvGrpSpPr>
        <p:grpSpPr>
          <a:xfrm>
            <a:off x="5560751" y="2982129"/>
            <a:ext cx="379764" cy="337684"/>
            <a:chOff x="5585861" y="2905929"/>
            <a:chExt cx="379764" cy="337684"/>
          </a:xfrm>
        </p:grpSpPr>
        <p:sp>
          <p:nvSpPr>
            <p:cNvPr id="11610" name="Google Shape;11610;p6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66"/>
          <p:cNvGrpSpPr/>
          <p:nvPr/>
        </p:nvGrpSpPr>
        <p:grpSpPr>
          <a:xfrm>
            <a:off x="1302566" y="2986680"/>
            <a:ext cx="347934" cy="310024"/>
            <a:chOff x="1327676" y="2910480"/>
            <a:chExt cx="347934" cy="310024"/>
          </a:xfrm>
        </p:grpSpPr>
        <p:sp>
          <p:nvSpPr>
            <p:cNvPr id="11615" name="Google Shape;11615;p6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0" name="Google Shape;11620;p6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1" name="Google Shape;11621;p66"/>
          <p:cNvGrpSpPr/>
          <p:nvPr/>
        </p:nvGrpSpPr>
        <p:grpSpPr>
          <a:xfrm>
            <a:off x="2728291" y="2945764"/>
            <a:ext cx="382828" cy="358601"/>
            <a:chOff x="2753373" y="2902523"/>
            <a:chExt cx="347552" cy="325557"/>
          </a:xfrm>
        </p:grpSpPr>
        <p:sp>
          <p:nvSpPr>
            <p:cNvPr id="11622" name="Google Shape;11622;p6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66"/>
          <p:cNvGrpSpPr/>
          <p:nvPr/>
        </p:nvGrpSpPr>
        <p:grpSpPr>
          <a:xfrm>
            <a:off x="823906" y="2979455"/>
            <a:ext cx="356655" cy="335425"/>
            <a:chOff x="849016" y="2903255"/>
            <a:chExt cx="356655" cy="335425"/>
          </a:xfrm>
        </p:grpSpPr>
        <p:sp>
          <p:nvSpPr>
            <p:cNvPr id="11629" name="Google Shape;11629;p6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66"/>
          <p:cNvGrpSpPr/>
          <p:nvPr/>
        </p:nvGrpSpPr>
        <p:grpSpPr>
          <a:xfrm>
            <a:off x="4185823" y="3002977"/>
            <a:ext cx="280072" cy="275520"/>
            <a:chOff x="4210933" y="2926777"/>
            <a:chExt cx="280072" cy="275520"/>
          </a:xfrm>
        </p:grpSpPr>
        <p:sp>
          <p:nvSpPr>
            <p:cNvPr id="11641" name="Google Shape;11641;p6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66"/>
          <p:cNvGrpSpPr/>
          <p:nvPr/>
        </p:nvGrpSpPr>
        <p:grpSpPr>
          <a:xfrm>
            <a:off x="4642106" y="2991582"/>
            <a:ext cx="320273" cy="318395"/>
            <a:chOff x="4667216" y="2915382"/>
            <a:chExt cx="320273" cy="318395"/>
          </a:xfrm>
        </p:grpSpPr>
        <p:sp>
          <p:nvSpPr>
            <p:cNvPr id="11655" name="Google Shape;11655;p6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66"/>
          <p:cNvGrpSpPr/>
          <p:nvPr/>
        </p:nvGrpSpPr>
        <p:grpSpPr>
          <a:xfrm>
            <a:off x="5145370" y="3010839"/>
            <a:ext cx="261929" cy="280550"/>
            <a:chOff x="5170480" y="2934639"/>
            <a:chExt cx="261929" cy="280550"/>
          </a:xfrm>
        </p:grpSpPr>
        <p:sp>
          <p:nvSpPr>
            <p:cNvPr id="11660" name="Google Shape;11660;p6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66"/>
          <p:cNvGrpSpPr/>
          <p:nvPr/>
        </p:nvGrpSpPr>
        <p:grpSpPr>
          <a:xfrm>
            <a:off x="6044313" y="2968091"/>
            <a:ext cx="362321" cy="364231"/>
            <a:chOff x="6069423" y="2891892"/>
            <a:chExt cx="362321" cy="364231"/>
          </a:xfrm>
        </p:grpSpPr>
        <p:sp>
          <p:nvSpPr>
            <p:cNvPr id="11668" name="Google Shape;11668;p6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66"/>
          <p:cNvGrpSpPr/>
          <p:nvPr/>
        </p:nvGrpSpPr>
        <p:grpSpPr>
          <a:xfrm>
            <a:off x="6546845" y="2995370"/>
            <a:ext cx="308878" cy="311170"/>
            <a:chOff x="6571955" y="2919170"/>
            <a:chExt cx="308878" cy="311170"/>
          </a:xfrm>
        </p:grpSpPr>
        <p:sp>
          <p:nvSpPr>
            <p:cNvPr id="11675" name="Google Shape;11675;p6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66"/>
          <p:cNvGrpSpPr/>
          <p:nvPr/>
        </p:nvGrpSpPr>
        <p:grpSpPr>
          <a:xfrm>
            <a:off x="7474944" y="3010935"/>
            <a:ext cx="350576" cy="280454"/>
            <a:chOff x="7500054" y="2934735"/>
            <a:chExt cx="350576" cy="280454"/>
          </a:xfrm>
        </p:grpSpPr>
        <p:sp>
          <p:nvSpPr>
            <p:cNvPr id="11686" name="Google Shape;11686;p6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66"/>
          <p:cNvGrpSpPr/>
          <p:nvPr/>
        </p:nvGrpSpPr>
        <p:grpSpPr>
          <a:xfrm>
            <a:off x="6987570" y="2950862"/>
            <a:ext cx="332012" cy="355454"/>
            <a:chOff x="7055134" y="2919170"/>
            <a:chExt cx="290321" cy="310820"/>
          </a:xfrm>
        </p:grpSpPr>
        <p:sp>
          <p:nvSpPr>
            <p:cNvPr id="11695" name="Google Shape;11695;p6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66"/>
          <p:cNvGrpSpPr/>
          <p:nvPr/>
        </p:nvGrpSpPr>
        <p:grpSpPr>
          <a:xfrm>
            <a:off x="7960033" y="2976813"/>
            <a:ext cx="330109" cy="347552"/>
            <a:chOff x="7985143" y="2900613"/>
            <a:chExt cx="330109" cy="347552"/>
          </a:xfrm>
        </p:grpSpPr>
        <p:sp>
          <p:nvSpPr>
            <p:cNvPr id="11710" name="Google Shape;11710;p6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66"/>
          <p:cNvGrpSpPr/>
          <p:nvPr/>
        </p:nvGrpSpPr>
        <p:grpSpPr>
          <a:xfrm>
            <a:off x="7965731" y="2511426"/>
            <a:ext cx="354363" cy="353631"/>
            <a:chOff x="7990840" y="2435226"/>
            <a:chExt cx="354363" cy="353631"/>
          </a:xfrm>
        </p:grpSpPr>
        <p:sp>
          <p:nvSpPr>
            <p:cNvPr id="11719" name="Google Shape;11719;p6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66"/>
          <p:cNvGrpSpPr/>
          <p:nvPr/>
        </p:nvGrpSpPr>
        <p:grpSpPr>
          <a:xfrm>
            <a:off x="1792207" y="2556530"/>
            <a:ext cx="350958" cy="263043"/>
            <a:chOff x="1817317" y="2480330"/>
            <a:chExt cx="350958" cy="263043"/>
          </a:xfrm>
        </p:grpSpPr>
        <p:sp>
          <p:nvSpPr>
            <p:cNvPr id="11723" name="Google Shape;11723;p6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66"/>
          <p:cNvGrpSpPr/>
          <p:nvPr/>
        </p:nvGrpSpPr>
        <p:grpSpPr>
          <a:xfrm>
            <a:off x="1316617" y="2559549"/>
            <a:ext cx="419913" cy="308109"/>
            <a:chOff x="1341727" y="2483349"/>
            <a:chExt cx="419913" cy="308109"/>
          </a:xfrm>
        </p:grpSpPr>
        <p:sp>
          <p:nvSpPr>
            <p:cNvPr id="11729" name="Google Shape;11729;p6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66"/>
          <p:cNvGrpSpPr/>
          <p:nvPr/>
        </p:nvGrpSpPr>
        <p:grpSpPr>
          <a:xfrm>
            <a:off x="829222" y="2523936"/>
            <a:ext cx="376358" cy="330109"/>
            <a:chOff x="854332" y="2447736"/>
            <a:chExt cx="376358" cy="330109"/>
          </a:xfrm>
        </p:grpSpPr>
        <p:sp>
          <p:nvSpPr>
            <p:cNvPr id="11733" name="Google Shape;11733;p6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66"/>
          <p:cNvGrpSpPr/>
          <p:nvPr/>
        </p:nvGrpSpPr>
        <p:grpSpPr>
          <a:xfrm>
            <a:off x="4181653" y="2527151"/>
            <a:ext cx="322151" cy="322374"/>
            <a:chOff x="4206763" y="2450951"/>
            <a:chExt cx="322151" cy="322374"/>
          </a:xfrm>
        </p:grpSpPr>
        <p:sp>
          <p:nvSpPr>
            <p:cNvPr id="11742" name="Google Shape;11742;p6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66"/>
          <p:cNvGrpSpPr/>
          <p:nvPr/>
        </p:nvGrpSpPr>
        <p:grpSpPr>
          <a:xfrm>
            <a:off x="7491236" y="2526259"/>
            <a:ext cx="327976" cy="324316"/>
            <a:chOff x="7528096" y="2450059"/>
            <a:chExt cx="327976" cy="324316"/>
          </a:xfrm>
        </p:grpSpPr>
        <p:sp>
          <p:nvSpPr>
            <p:cNvPr id="11745" name="Google Shape;11745;p6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66"/>
          <p:cNvGrpSpPr/>
          <p:nvPr/>
        </p:nvGrpSpPr>
        <p:grpSpPr>
          <a:xfrm>
            <a:off x="7052019" y="2588742"/>
            <a:ext cx="282364" cy="198619"/>
            <a:chOff x="7077129" y="2512542"/>
            <a:chExt cx="282364" cy="198619"/>
          </a:xfrm>
        </p:grpSpPr>
        <p:sp>
          <p:nvSpPr>
            <p:cNvPr id="11751" name="Google Shape;11751;p6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66"/>
          <p:cNvGrpSpPr/>
          <p:nvPr/>
        </p:nvGrpSpPr>
        <p:grpSpPr>
          <a:xfrm>
            <a:off x="3700351" y="2520912"/>
            <a:ext cx="334279" cy="334661"/>
            <a:chOff x="3725461" y="2444712"/>
            <a:chExt cx="334279" cy="334661"/>
          </a:xfrm>
        </p:grpSpPr>
        <p:sp>
          <p:nvSpPr>
            <p:cNvPr id="11758" name="Google Shape;11758;p6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66"/>
          <p:cNvGrpSpPr/>
          <p:nvPr/>
        </p:nvGrpSpPr>
        <p:grpSpPr>
          <a:xfrm>
            <a:off x="6552128" y="2533421"/>
            <a:ext cx="332019" cy="310788"/>
            <a:chOff x="6577238" y="2457221"/>
            <a:chExt cx="332019" cy="310788"/>
          </a:xfrm>
        </p:grpSpPr>
        <p:sp>
          <p:nvSpPr>
            <p:cNvPr id="11766" name="Google Shape;11766;p6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66"/>
          <p:cNvGrpSpPr/>
          <p:nvPr/>
        </p:nvGrpSpPr>
        <p:grpSpPr>
          <a:xfrm>
            <a:off x="2793451" y="2515978"/>
            <a:ext cx="247892" cy="346024"/>
            <a:chOff x="2818561" y="2439778"/>
            <a:chExt cx="247892" cy="346024"/>
          </a:xfrm>
        </p:grpSpPr>
        <p:sp>
          <p:nvSpPr>
            <p:cNvPr id="11773" name="Google Shape;11773;p6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66"/>
          <p:cNvGrpSpPr/>
          <p:nvPr/>
        </p:nvGrpSpPr>
        <p:grpSpPr>
          <a:xfrm>
            <a:off x="3182668" y="2550832"/>
            <a:ext cx="419933" cy="275170"/>
            <a:chOff x="3207778" y="2474632"/>
            <a:chExt cx="419933" cy="275170"/>
          </a:xfrm>
        </p:grpSpPr>
        <p:sp>
          <p:nvSpPr>
            <p:cNvPr id="11786" name="Google Shape;11786;p6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66"/>
          <p:cNvGrpSpPr/>
          <p:nvPr/>
        </p:nvGrpSpPr>
        <p:grpSpPr>
          <a:xfrm>
            <a:off x="6074265" y="2532275"/>
            <a:ext cx="337684" cy="314194"/>
            <a:chOff x="6099375" y="2456075"/>
            <a:chExt cx="337684" cy="314194"/>
          </a:xfrm>
        </p:grpSpPr>
        <p:sp>
          <p:nvSpPr>
            <p:cNvPr id="11801" name="Google Shape;11801;p6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66"/>
          <p:cNvGrpSpPr/>
          <p:nvPr/>
        </p:nvGrpSpPr>
        <p:grpSpPr>
          <a:xfrm>
            <a:off x="2287513" y="2544784"/>
            <a:ext cx="312698" cy="286534"/>
            <a:chOff x="2312623" y="2468584"/>
            <a:chExt cx="312698" cy="286534"/>
          </a:xfrm>
        </p:grpSpPr>
        <p:sp>
          <p:nvSpPr>
            <p:cNvPr id="11804" name="Google Shape;11804;p6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66"/>
          <p:cNvGrpSpPr/>
          <p:nvPr/>
        </p:nvGrpSpPr>
        <p:grpSpPr>
          <a:xfrm>
            <a:off x="5593695" y="2517124"/>
            <a:ext cx="345292" cy="342618"/>
            <a:chOff x="5618805" y="2440924"/>
            <a:chExt cx="345292" cy="342618"/>
          </a:xfrm>
        </p:grpSpPr>
        <p:sp>
          <p:nvSpPr>
            <p:cNvPr id="11808" name="Google Shape;11808;p6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66"/>
          <p:cNvGrpSpPr/>
          <p:nvPr/>
        </p:nvGrpSpPr>
        <p:grpSpPr>
          <a:xfrm>
            <a:off x="4628069" y="2522790"/>
            <a:ext cx="377886" cy="331255"/>
            <a:chOff x="4653179" y="2446590"/>
            <a:chExt cx="377886" cy="331255"/>
          </a:xfrm>
        </p:grpSpPr>
        <p:sp>
          <p:nvSpPr>
            <p:cNvPr id="11814" name="Google Shape;11814;p6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66"/>
          <p:cNvGrpSpPr/>
          <p:nvPr/>
        </p:nvGrpSpPr>
        <p:grpSpPr>
          <a:xfrm>
            <a:off x="5159407" y="2535681"/>
            <a:ext cx="252062" cy="305122"/>
            <a:chOff x="5184517" y="2459481"/>
            <a:chExt cx="252062" cy="305122"/>
          </a:xfrm>
        </p:grpSpPr>
        <p:sp>
          <p:nvSpPr>
            <p:cNvPr id="11819" name="Google Shape;11819;p6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5" name="Google Shape;11825;p6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6" name="Google Shape;11826;p66"/>
          <p:cNvGrpSpPr/>
          <p:nvPr/>
        </p:nvGrpSpPr>
        <p:grpSpPr>
          <a:xfrm>
            <a:off x="6130349" y="2045308"/>
            <a:ext cx="249770" cy="363849"/>
            <a:chOff x="6155459" y="1969108"/>
            <a:chExt cx="249770" cy="363849"/>
          </a:xfrm>
        </p:grpSpPr>
        <p:sp>
          <p:nvSpPr>
            <p:cNvPr id="11827" name="Google Shape;11827;p6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6"/>
          <p:cNvGrpSpPr/>
          <p:nvPr/>
        </p:nvGrpSpPr>
        <p:grpSpPr>
          <a:xfrm>
            <a:off x="2254919" y="2046804"/>
            <a:ext cx="353631" cy="354395"/>
            <a:chOff x="2280029" y="1970604"/>
            <a:chExt cx="353631" cy="354395"/>
          </a:xfrm>
        </p:grpSpPr>
        <p:sp>
          <p:nvSpPr>
            <p:cNvPr id="11837" name="Google Shape;11837;p6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66"/>
          <p:cNvGrpSpPr/>
          <p:nvPr/>
        </p:nvGrpSpPr>
        <p:grpSpPr>
          <a:xfrm>
            <a:off x="8039990" y="2076374"/>
            <a:ext cx="255086" cy="301685"/>
            <a:chOff x="8065100" y="2000174"/>
            <a:chExt cx="255086" cy="301685"/>
          </a:xfrm>
        </p:grpSpPr>
        <p:sp>
          <p:nvSpPr>
            <p:cNvPr id="11842" name="Google Shape;11842;p6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66"/>
          <p:cNvGrpSpPr/>
          <p:nvPr/>
        </p:nvGrpSpPr>
        <p:grpSpPr>
          <a:xfrm>
            <a:off x="6608595" y="2045308"/>
            <a:ext cx="249420" cy="363849"/>
            <a:chOff x="6633705" y="1969108"/>
            <a:chExt cx="249420" cy="363849"/>
          </a:xfrm>
        </p:grpSpPr>
        <p:sp>
          <p:nvSpPr>
            <p:cNvPr id="11847" name="Google Shape;11847;p6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66"/>
          <p:cNvGrpSpPr/>
          <p:nvPr/>
        </p:nvGrpSpPr>
        <p:grpSpPr>
          <a:xfrm>
            <a:off x="5185921" y="2045308"/>
            <a:ext cx="226661" cy="363467"/>
            <a:chOff x="5211031" y="1969108"/>
            <a:chExt cx="226661" cy="363467"/>
          </a:xfrm>
        </p:grpSpPr>
        <p:sp>
          <p:nvSpPr>
            <p:cNvPr id="11856" name="Google Shape;11856;p6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66"/>
          <p:cNvGrpSpPr/>
          <p:nvPr/>
        </p:nvGrpSpPr>
        <p:grpSpPr>
          <a:xfrm>
            <a:off x="3687842" y="2046804"/>
            <a:ext cx="354363" cy="354395"/>
            <a:chOff x="3712952" y="1970604"/>
            <a:chExt cx="354363" cy="354395"/>
          </a:xfrm>
        </p:grpSpPr>
        <p:sp>
          <p:nvSpPr>
            <p:cNvPr id="11859" name="Google Shape;11859;p6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66"/>
          <p:cNvGrpSpPr/>
          <p:nvPr/>
        </p:nvGrpSpPr>
        <p:grpSpPr>
          <a:xfrm>
            <a:off x="3210329" y="2046804"/>
            <a:ext cx="354363" cy="354745"/>
            <a:chOff x="3235438" y="1970604"/>
            <a:chExt cx="354363" cy="354745"/>
          </a:xfrm>
        </p:grpSpPr>
        <p:sp>
          <p:nvSpPr>
            <p:cNvPr id="11869" name="Google Shape;11869;p6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66"/>
          <p:cNvGrpSpPr/>
          <p:nvPr/>
        </p:nvGrpSpPr>
        <p:grpSpPr>
          <a:xfrm>
            <a:off x="1304475" y="2066125"/>
            <a:ext cx="341472" cy="335074"/>
            <a:chOff x="1329585" y="1989925"/>
            <a:chExt cx="341472" cy="335074"/>
          </a:xfrm>
        </p:grpSpPr>
        <p:sp>
          <p:nvSpPr>
            <p:cNvPr id="11883" name="Google Shape;11883;p6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66"/>
          <p:cNvGrpSpPr/>
          <p:nvPr/>
        </p:nvGrpSpPr>
        <p:grpSpPr>
          <a:xfrm>
            <a:off x="5566761" y="2066106"/>
            <a:ext cx="416649" cy="325597"/>
            <a:chOff x="5626763" y="2013829"/>
            <a:chExt cx="351722" cy="274788"/>
          </a:xfrm>
        </p:grpSpPr>
        <p:sp>
          <p:nvSpPr>
            <p:cNvPr id="11887" name="Google Shape;11887;p6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66"/>
          <p:cNvGrpSpPr/>
          <p:nvPr/>
        </p:nvGrpSpPr>
        <p:grpSpPr>
          <a:xfrm>
            <a:off x="7551495" y="2060077"/>
            <a:ext cx="276698" cy="333133"/>
            <a:chOff x="7576605" y="1983877"/>
            <a:chExt cx="276698" cy="333133"/>
          </a:xfrm>
        </p:grpSpPr>
        <p:sp>
          <p:nvSpPr>
            <p:cNvPr id="11898" name="Google Shape;11898;p6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66"/>
          <p:cNvGrpSpPr/>
          <p:nvPr/>
        </p:nvGrpSpPr>
        <p:grpSpPr>
          <a:xfrm>
            <a:off x="828458" y="2051738"/>
            <a:ext cx="337334" cy="353599"/>
            <a:chOff x="853568" y="1975538"/>
            <a:chExt cx="337334" cy="353599"/>
          </a:xfrm>
        </p:grpSpPr>
        <p:sp>
          <p:nvSpPr>
            <p:cNvPr id="11901" name="Google Shape;11901;p6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66"/>
          <p:cNvGrpSpPr/>
          <p:nvPr/>
        </p:nvGrpSpPr>
        <p:grpSpPr>
          <a:xfrm>
            <a:off x="2733192" y="2085828"/>
            <a:ext cx="327085" cy="277080"/>
            <a:chOff x="2770052" y="2009628"/>
            <a:chExt cx="327085" cy="277080"/>
          </a:xfrm>
        </p:grpSpPr>
        <p:sp>
          <p:nvSpPr>
            <p:cNvPr id="11906" name="Google Shape;11906;p6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8" name="Google Shape;11908;p6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9" name="Google Shape;11909;p66"/>
          <p:cNvGrpSpPr/>
          <p:nvPr/>
        </p:nvGrpSpPr>
        <p:grpSpPr>
          <a:xfrm>
            <a:off x="4170289" y="2046804"/>
            <a:ext cx="344878" cy="343573"/>
            <a:chOff x="4195399" y="1970604"/>
            <a:chExt cx="344878" cy="343573"/>
          </a:xfrm>
        </p:grpSpPr>
        <p:sp>
          <p:nvSpPr>
            <p:cNvPr id="11910" name="Google Shape;11910;p6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66"/>
          <p:cNvGrpSpPr/>
          <p:nvPr/>
        </p:nvGrpSpPr>
        <p:grpSpPr>
          <a:xfrm>
            <a:off x="4649681" y="2053647"/>
            <a:ext cx="344528" cy="344114"/>
            <a:chOff x="4674791" y="1977447"/>
            <a:chExt cx="344528" cy="344114"/>
          </a:xfrm>
        </p:grpSpPr>
        <p:sp>
          <p:nvSpPr>
            <p:cNvPr id="11915" name="Google Shape;11915;p6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66"/>
          <p:cNvGrpSpPr/>
          <p:nvPr/>
        </p:nvGrpSpPr>
        <p:grpSpPr>
          <a:xfrm>
            <a:off x="6058700" y="1623497"/>
            <a:ext cx="382819" cy="310788"/>
            <a:chOff x="6083810" y="1547297"/>
            <a:chExt cx="382819" cy="310788"/>
          </a:xfrm>
        </p:grpSpPr>
        <p:sp>
          <p:nvSpPr>
            <p:cNvPr id="11942" name="Google Shape;11942;p6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66"/>
          <p:cNvGrpSpPr/>
          <p:nvPr/>
        </p:nvGrpSpPr>
        <p:grpSpPr>
          <a:xfrm>
            <a:off x="6533190" y="1614393"/>
            <a:ext cx="382788" cy="328613"/>
            <a:chOff x="6558300" y="1538193"/>
            <a:chExt cx="382788" cy="328613"/>
          </a:xfrm>
        </p:grpSpPr>
        <p:sp>
          <p:nvSpPr>
            <p:cNvPr id="11961" name="Google Shape;11961;p6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66"/>
          <p:cNvGrpSpPr/>
          <p:nvPr/>
        </p:nvGrpSpPr>
        <p:grpSpPr>
          <a:xfrm>
            <a:off x="5168892" y="1587497"/>
            <a:ext cx="259605" cy="346024"/>
            <a:chOff x="5194002" y="1511297"/>
            <a:chExt cx="259605" cy="346024"/>
          </a:xfrm>
        </p:grpSpPr>
        <p:sp>
          <p:nvSpPr>
            <p:cNvPr id="11964" name="Google Shape;11964;p6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66"/>
          <p:cNvGrpSpPr/>
          <p:nvPr/>
        </p:nvGrpSpPr>
        <p:grpSpPr>
          <a:xfrm>
            <a:off x="1369631" y="1588261"/>
            <a:ext cx="252444" cy="351722"/>
            <a:chOff x="1394741" y="1512061"/>
            <a:chExt cx="252444" cy="351722"/>
          </a:xfrm>
        </p:grpSpPr>
        <p:sp>
          <p:nvSpPr>
            <p:cNvPr id="11969" name="Google Shape;11969;p6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66"/>
          <p:cNvGrpSpPr/>
          <p:nvPr/>
        </p:nvGrpSpPr>
        <p:grpSpPr>
          <a:xfrm>
            <a:off x="829986" y="1580685"/>
            <a:ext cx="380910" cy="339594"/>
            <a:chOff x="855096" y="1504485"/>
            <a:chExt cx="380910" cy="339594"/>
          </a:xfrm>
        </p:grpSpPr>
        <p:sp>
          <p:nvSpPr>
            <p:cNvPr id="11987" name="Google Shape;11987;p6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66"/>
          <p:cNvGrpSpPr/>
          <p:nvPr/>
        </p:nvGrpSpPr>
        <p:grpSpPr>
          <a:xfrm>
            <a:off x="1794466" y="1587879"/>
            <a:ext cx="352103" cy="352103"/>
            <a:chOff x="1819576" y="1511679"/>
            <a:chExt cx="352103" cy="352103"/>
          </a:xfrm>
        </p:grpSpPr>
        <p:sp>
          <p:nvSpPr>
            <p:cNvPr id="11993" name="Google Shape;11993;p6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6"/>
          <p:cNvGrpSpPr/>
          <p:nvPr/>
        </p:nvGrpSpPr>
        <p:grpSpPr>
          <a:xfrm>
            <a:off x="5595987" y="1576961"/>
            <a:ext cx="371424" cy="355446"/>
            <a:chOff x="5621097" y="1500761"/>
            <a:chExt cx="371424" cy="355446"/>
          </a:xfrm>
        </p:grpSpPr>
        <p:sp>
          <p:nvSpPr>
            <p:cNvPr id="11998" name="Google Shape;11998;p6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66"/>
          <p:cNvGrpSpPr/>
          <p:nvPr/>
        </p:nvGrpSpPr>
        <p:grpSpPr>
          <a:xfrm>
            <a:off x="4645129" y="1617799"/>
            <a:ext cx="359679" cy="321833"/>
            <a:chOff x="4670239" y="1541599"/>
            <a:chExt cx="359679" cy="321833"/>
          </a:xfrm>
        </p:grpSpPr>
        <p:sp>
          <p:nvSpPr>
            <p:cNvPr id="12001" name="Google Shape;12001;p6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6"/>
          <p:cNvGrpSpPr/>
          <p:nvPr/>
        </p:nvGrpSpPr>
        <p:grpSpPr>
          <a:xfrm>
            <a:off x="4187319" y="1578585"/>
            <a:ext cx="321037" cy="353822"/>
            <a:chOff x="4212429" y="1502385"/>
            <a:chExt cx="321037" cy="353822"/>
          </a:xfrm>
        </p:grpSpPr>
        <p:sp>
          <p:nvSpPr>
            <p:cNvPr id="12007" name="Google Shape;12007;p6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66"/>
          <p:cNvGrpSpPr/>
          <p:nvPr/>
        </p:nvGrpSpPr>
        <p:grpSpPr>
          <a:xfrm>
            <a:off x="2277678" y="1582181"/>
            <a:ext cx="336188" cy="335425"/>
            <a:chOff x="2302788" y="1505981"/>
            <a:chExt cx="336188" cy="335425"/>
          </a:xfrm>
        </p:grpSpPr>
        <p:sp>
          <p:nvSpPr>
            <p:cNvPr id="12012" name="Google Shape;12012;p6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66"/>
          <p:cNvGrpSpPr/>
          <p:nvPr/>
        </p:nvGrpSpPr>
        <p:grpSpPr>
          <a:xfrm>
            <a:off x="2755191" y="1598096"/>
            <a:ext cx="333133" cy="321037"/>
            <a:chOff x="2780301" y="1521896"/>
            <a:chExt cx="333133" cy="321037"/>
          </a:xfrm>
        </p:grpSpPr>
        <p:sp>
          <p:nvSpPr>
            <p:cNvPr id="12030" name="Google Shape;12030;p6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66"/>
          <p:cNvGrpSpPr/>
          <p:nvPr/>
        </p:nvGrpSpPr>
        <p:grpSpPr>
          <a:xfrm>
            <a:off x="3291049" y="1591285"/>
            <a:ext cx="211892" cy="339594"/>
            <a:chOff x="3316159" y="1515085"/>
            <a:chExt cx="211892" cy="339594"/>
          </a:xfrm>
        </p:grpSpPr>
        <p:sp>
          <p:nvSpPr>
            <p:cNvPr id="12051" name="Google Shape;12051;p6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4" name="Google Shape;12054;p66"/>
            <p:cNvGrpSpPr/>
            <p:nvPr/>
          </p:nvGrpSpPr>
          <p:grpSpPr>
            <a:xfrm>
              <a:off x="3316159" y="1515085"/>
              <a:ext cx="211892" cy="339594"/>
              <a:chOff x="3316159" y="1515085"/>
              <a:chExt cx="211892" cy="339594"/>
            </a:xfrm>
          </p:grpSpPr>
          <p:sp>
            <p:nvSpPr>
              <p:cNvPr id="12055" name="Google Shape;12055;p6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61" name="Google Shape;12061;p66"/>
          <p:cNvGrpSpPr/>
          <p:nvPr/>
        </p:nvGrpSpPr>
        <p:grpSpPr>
          <a:xfrm>
            <a:off x="3691248" y="1620855"/>
            <a:ext cx="361971" cy="314958"/>
            <a:chOff x="3716358" y="1544655"/>
            <a:chExt cx="361971" cy="314958"/>
          </a:xfrm>
        </p:grpSpPr>
        <p:sp>
          <p:nvSpPr>
            <p:cNvPr id="12062" name="Google Shape;12062;p6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7" name="Google Shape;12067;p66"/>
            <p:cNvGrpSpPr/>
            <p:nvPr/>
          </p:nvGrpSpPr>
          <p:grpSpPr>
            <a:xfrm>
              <a:off x="3716358" y="1544655"/>
              <a:ext cx="361971" cy="314958"/>
              <a:chOff x="3716358" y="1544655"/>
              <a:chExt cx="361971" cy="314958"/>
            </a:xfrm>
          </p:grpSpPr>
          <p:sp>
            <p:nvSpPr>
              <p:cNvPr id="12068" name="Google Shape;12068;p6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3" name="Google Shape;12073;p66"/>
          <p:cNvGrpSpPr/>
          <p:nvPr/>
        </p:nvGrpSpPr>
        <p:grpSpPr>
          <a:xfrm>
            <a:off x="6986814" y="1633752"/>
            <a:ext cx="499533" cy="305136"/>
            <a:chOff x="7009649" y="1541981"/>
            <a:chExt cx="524940" cy="320655"/>
          </a:xfrm>
        </p:grpSpPr>
        <p:sp>
          <p:nvSpPr>
            <p:cNvPr id="12074" name="Google Shape;12074;p6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66"/>
          <p:cNvGrpSpPr/>
          <p:nvPr/>
        </p:nvGrpSpPr>
        <p:grpSpPr>
          <a:xfrm>
            <a:off x="8008924" y="1594309"/>
            <a:ext cx="282746" cy="340358"/>
            <a:chOff x="8034034" y="1518109"/>
            <a:chExt cx="282746" cy="340358"/>
          </a:xfrm>
        </p:grpSpPr>
        <p:sp>
          <p:nvSpPr>
            <p:cNvPr id="12083" name="Google Shape;12083;p6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66"/>
          <p:cNvGrpSpPr/>
          <p:nvPr/>
        </p:nvGrpSpPr>
        <p:grpSpPr>
          <a:xfrm>
            <a:off x="7557192" y="1576134"/>
            <a:ext cx="369133" cy="360411"/>
            <a:chOff x="7582302" y="1499934"/>
            <a:chExt cx="369133" cy="360411"/>
          </a:xfrm>
        </p:grpSpPr>
        <p:sp>
          <p:nvSpPr>
            <p:cNvPr id="12088" name="Google Shape;12088;p6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6"/>
          <p:cNvGrpSpPr/>
          <p:nvPr/>
        </p:nvGrpSpPr>
        <p:grpSpPr>
          <a:xfrm>
            <a:off x="6170979" y="3893352"/>
            <a:ext cx="346056" cy="345674"/>
            <a:chOff x="2238181" y="4120624"/>
            <a:chExt cx="346056" cy="345674"/>
          </a:xfrm>
        </p:grpSpPr>
        <p:grpSp>
          <p:nvGrpSpPr>
            <p:cNvPr id="12094" name="Google Shape;12094;p66"/>
            <p:cNvGrpSpPr/>
            <p:nvPr/>
          </p:nvGrpSpPr>
          <p:grpSpPr>
            <a:xfrm>
              <a:off x="2309209" y="4177423"/>
              <a:ext cx="204025" cy="232089"/>
              <a:chOff x="1512725" y="258500"/>
              <a:chExt cx="4570900" cy="5199625"/>
            </a:xfrm>
          </p:grpSpPr>
          <p:sp>
            <p:nvSpPr>
              <p:cNvPr id="12095" name="Google Shape;12095;p6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7" name="Google Shape;12097;p6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8" name="Google Shape;12098;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02" name="Shape 12102"/>
        <p:cNvGrpSpPr/>
        <p:nvPr/>
      </p:nvGrpSpPr>
      <p:grpSpPr>
        <a:xfrm>
          <a:off x="0" y="0"/>
          <a:ext cx="0" cy="0"/>
          <a:chOff x="0" y="0"/>
          <a:chExt cx="0" cy="0"/>
        </a:xfrm>
      </p:grpSpPr>
      <p:pic>
        <p:nvPicPr>
          <p:cNvPr id="12103" name="Google Shape;12103;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all Center Project Proposal by Slidesgo">
  <a:themeElements>
    <a:clrScheme name="Simple Light">
      <a:dk1>
        <a:srgbClr val="1C1B19"/>
      </a:dk1>
      <a:lt1>
        <a:srgbClr val="FBF4EA"/>
      </a:lt1>
      <a:dk2>
        <a:srgbClr val="C20F4C"/>
      </a:dk2>
      <a:lt2>
        <a:srgbClr val="FFE1E1"/>
      </a:lt2>
      <a:accent1>
        <a:srgbClr val="FF751E"/>
      </a:accent1>
      <a:accent2>
        <a:srgbClr val="FFFFFF"/>
      </a:accent2>
      <a:accent3>
        <a:srgbClr val="A8A6A6"/>
      </a:accent3>
      <a:accent4>
        <a:srgbClr val="FFFFFF"/>
      </a:accent4>
      <a:accent5>
        <a:srgbClr val="FFFFFF"/>
      </a:accent5>
      <a:accent6>
        <a:srgbClr val="FFFFFF"/>
      </a:accent6>
      <a:hlink>
        <a:srgbClr val="1C1B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